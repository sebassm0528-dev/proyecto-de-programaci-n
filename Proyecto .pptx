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2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Layouts/slideLayout3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50" r:id="rId2"/>
    <p:sldMasterId id="2147483655" r:id="rId3"/>
    <p:sldMasterId id="2147483681" r:id="rId4"/>
  </p:sldMasterIdLst>
  <p:notesMasterIdLst>
    <p:notesMasterId r:id="rId21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701869908" d="539111780"/>
          <a:sy n="1869492083" d="1885956211"/>
        </p:scale>
        <p:origin x="1634493810" y="1852795252"/>
      </p:cViewPr>
      <p:guideLst>
        <p:guide pos="2880"/>
        <p:guide pos="162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theme" Target="theme/theme3.xml"/><Relationship Id="rId8" Type="http://schemas.openxmlformats.org/officeDocument/2006/relationships/theme" Target="theme/theme4.xml"/><Relationship Id="rId9" Type="http://schemas.openxmlformats.org/officeDocument/2006/relationships/theme" Target="theme/theme5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4710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27628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4370775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765467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8676183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359381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961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4902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5770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41090F-EFF7-6F5F-811F-C943FD80A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4692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4637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811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579E58-719A-F585-6930-9366A0F571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4926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504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618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8DAD6D-D904-953B-9F28-3538331910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25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93230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69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7090BC-EE04-31D4-B64C-DC606C67DD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5601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0785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3080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5E1108-4EF8-BA1C-EBA9-B3F31A337A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0339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54363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3532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CEC2E0-5341-F60C-A30F-C2058B3E5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192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74430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0149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EB5C6B-BD18-611E-20F9-C4D32AE4EA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817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4892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602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6D4E41-3944-20F0-CEB9-F3801D4EAF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165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1470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810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428EB9-4A42-1CC8-AD8A-152EFA93BF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9603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1229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780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CDC2D-C75B-B28B-309C-C6AE239945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075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03145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883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6699BB-04E5-C025-061E-BB569A51A4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598728" name="PlaceHolder 1"/>
          <p:cNvSpPr>
            <a:spLocks noGrp="1"/>
          </p:cNvSpPr>
          <p:nvPr>
            <p:ph type="title"/>
          </p:nvPr>
        </p:nvSpPr>
        <p:spPr bwMode="auto"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>
              <a:buNone/>
              <a:defRPr/>
            </a:pP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73099857" name="PlaceHolder 2"/>
          <p:cNvSpPr>
            <a:spLocks noGrp="1"/>
          </p:cNvSpPr>
          <p:nvPr>
            <p:ph type="subTitle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defRPr/>
            </a:pPr>
            <a:endParaRPr lang="en-US" sz="3200" b="0" u="none" strike="noStrike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IG_NUMBER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932283" name="Google Shape;783;p11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21" name="Google Shape;784;p11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2" name="Google Shape;785;p11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3" name="Google Shape;786;p11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4" name="Google Shape;787;p11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5" name="Google Shape;788;p11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6" name="Google Shape;789;p11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7" name="Google Shape;790;p11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8" name="Google Shape;791;p11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9" name="Google Shape;792;p11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0" name="Google Shape;793;p11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1" name="Google Shape;794;p11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2" name="Google Shape;795;p11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3" name="Google Shape;796;p11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4" name="Google Shape;797;p11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5" name="Google Shape;798;p11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6" name="Google Shape;799;p11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7" name="Google Shape;800;p11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8" name="Google Shape;801;p11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9" name="Google Shape;802;p11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0" name="Google Shape;803;p11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1" name="Google Shape;804;p11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2" name="Google Shape;805;p11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3" name="Google Shape;806;p11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4" name="Google Shape;807;p11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5" name="Google Shape;808;p11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6" name="Google Shape;809;p11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7" name="Google Shape;810;p11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8" name="Google Shape;811;p11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9" name="Google Shape;812;p11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0" name="Google Shape;813;p11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1" name="Google Shape;814;p11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2" name="Google Shape;815;p11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3" name="Google Shape;816;p11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4" name="Google Shape;817;p11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5" name="Google Shape;818;p11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6" name="Google Shape;819;p11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7" name="Google Shape;820;p11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8" name="Google Shape;821;p11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87420212" name="PlaceHolder 1"/>
          <p:cNvSpPr>
            <a:spLocks noGrp="1"/>
          </p:cNvSpPr>
          <p:nvPr>
            <p:ph type="title"/>
          </p:nvPr>
        </p:nvSpPr>
        <p:spPr bwMode="auto">
          <a:xfrm>
            <a:off x="713160" y="1328759"/>
            <a:ext cx="7717320" cy="167112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  <a:defRPr/>
            </a:pPr>
            <a:r>
              <a:rPr lang="fr-FR" sz="12000" b="1" u="none" strike="noStrike">
                <a:solidFill>
                  <a:schemeClr val="accent2"/>
                </a:solidFill>
                <a:latin typeface="Exo"/>
                <a:ea typeface="Exo"/>
              </a:rPr>
              <a:t>xx%</a:t>
            </a:r>
            <a:endParaRPr lang="fr-FR" sz="12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62134111" name="Google Shape;824;p11"/>
          <p:cNvSpPr/>
          <p:nvPr/>
        </p:nvSpPr>
        <p:spPr bwMode="auto">
          <a:xfrm rot="16199998">
            <a:off x="348840" y="258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563410094" name="Google Shape;825;p11"/>
          <p:cNvGrpSpPr/>
          <p:nvPr/>
        </p:nvGrpSpPr>
        <p:grpSpPr bwMode="auto"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162" name="Google Shape;826;p11"/>
            <p:cNvSpPr/>
            <p:nvPr/>
          </p:nvSpPr>
          <p:spPr bwMode="auto">
            <a:xfrm>
              <a:off x="180396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3" name="Google Shape;827;p11"/>
            <p:cNvSpPr/>
            <p:nvPr/>
          </p:nvSpPr>
          <p:spPr bwMode="auto">
            <a:xfrm>
              <a:off x="313956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4" name="Google Shape;828;p11"/>
            <p:cNvSpPr/>
            <p:nvPr/>
          </p:nvSpPr>
          <p:spPr bwMode="auto">
            <a:xfrm>
              <a:off x="316332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5" name="Google Shape;829;p11"/>
            <p:cNvSpPr/>
            <p:nvPr/>
          </p:nvSpPr>
          <p:spPr bwMode="auto">
            <a:xfrm>
              <a:off x="171036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6" name="Google Shape;830;p11"/>
            <p:cNvSpPr/>
            <p:nvPr/>
          </p:nvSpPr>
          <p:spPr bwMode="auto">
            <a:xfrm>
              <a:off x="173412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856203112" name="Google Shape;831;p11"/>
          <p:cNvGrpSpPr/>
          <p:nvPr/>
        </p:nvGrpSpPr>
        <p:grpSpPr bwMode="auto"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68" name="Google Shape;832;p11"/>
            <p:cNvSpPr/>
            <p:nvPr/>
          </p:nvSpPr>
          <p:spPr bwMode="auto"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9" name="Google Shape;833;p11"/>
            <p:cNvSpPr/>
            <p:nvPr/>
          </p:nvSpPr>
          <p:spPr bwMode="auto"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0" name="Google Shape;834;p11"/>
            <p:cNvSpPr/>
            <p:nvPr/>
          </p:nvSpPr>
          <p:spPr bwMode="auto"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" name="Google Shape;835;p11"/>
            <p:cNvSpPr/>
            <p:nvPr/>
          </p:nvSpPr>
          <p:spPr bwMode="auto"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2" name="Google Shape;836;p11"/>
            <p:cNvSpPr/>
            <p:nvPr/>
          </p:nvSpPr>
          <p:spPr bwMode="auto"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633620630" name="Google Shape;837;p11"/>
          <p:cNvSpPr/>
          <p:nvPr/>
        </p:nvSpPr>
        <p:spPr bwMode="auto">
          <a:xfrm>
            <a:off x="-1414440" y="33379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030460053" name="Google Shape;838;p11"/>
          <p:cNvSpPr/>
          <p:nvPr/>
        </p:nvSpPr>
        <p:spPr bwMode="auto">
          <a:xfrm>
            <a:off x="-1111320" y="30585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417866507" name="Google Shape;839;p11"/>
          <p:cNvGrpSpPr/>
          <p:nvPr/>
        </p:nvGrpSpPr>
        <p:grpSpPr bwMode="auto">
          <a:xfrm>
            <a:off x="-799200" y="4138920"/>
            <a:ext cx="1822320" cy="196560"/>
            <a:chOff x="-799200" y="4138920"/>
            <a:chExt cx="1822320" cy="196560"/>
          </a:xfrm>
        </p:grpSpPr>
        <p:sp>
          <p:nvSpPr>
            <p:cNvPr id="176" name="Google Shape;840;p11"/>
            <p:cNvSpPr/>
            <p:nvPr/>
          </p:nvSpPr>
          <p:spPr bwMode="auto">
            <a:xfrm flipH="1">
              <a:off x="-799200" y="418536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7" name="Google Shape;841;p11"/>
            <p:cNvSpPr/>
            <p:nvPr/>
          </p:nvSpPr>
          <p:spPr bwMode="auto">
            <a:xfrm flipH="1">
              <a:off x="931680" y="413892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8" name="Google Shape;842;p11"/>
            <p:cNvSpPr/>
            <p:nvPr/>
          </p:nvSpPr>
          <p:spPr bwMode="auto">
            <a:xfrm flipH="1">
              <a:off x="955080" y="416376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351161275" name="Google Shape;843;p11"/>
          <p:cNvGrpSpPr/>
          <p:nvPr/>
        </p:nvGrpSpPr>
        <p:grpSpPr bwMode="auto">
          <a:xfrm>
            <a:off x="4423680" y="4119480"/>
            <a:ext cx="296280" cy="1822320"/>
            <a:chOff x="4423680" y="4119480"/>
            <a:chExt cx="296280" cy="1822320"/>
          </a:xfrm>
        </p:grpSpPr>
        <p:sp>
          <p:nvSpPr>
            <p:cNvPr id="180" name="Google Shape;844;p11"/>
            <p:cNvSpPr/>
            <p:nvPr/>
          </p:nvSpPr>
          <p:spPr bwMode="auto">
            <a:xfrm rot="5400000" flipV="1">
              <a:off x="3782880" y="50047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1" name="Google Shape;845;p11"/>
            <p:cNvSpPr/>
            <p:nvPr/>
          </p:nvSpPr>
          <p:spPr bwMode="auto">
            <a:xfrm rot="5400000" flipV="1">
              <a:off x="4423680" y="4715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2" name="Google Shape;846;p11"/>
            <p:cNvSpPr/>
            <p:nvPr/>
          </p:nvSpPr>
          <p:spPr bwMode="auto">
            <a:xfrm rot="5400000" flipV="1">
              <a:off x="4448160" y="47397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 fill="norm" stroke="1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3" name="Google Shape;847;p11"/>
            <p:cNvSpPr/>
            <p:nvPr/>
          </p:nvSpPr>
          <p:spPr bwMode="auto">
            <a:xfrm rot="5400000" flipV="1">
              <a:off x="4523400" y="4119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4" name="Google Shape;848;p11"/>
            <p:cNvSpPr/>
            <p:nvPr/>
          </p:nvSpPr>
          <p:spPr bwMode="auto">
            <a:xfrm rot="5400000" flipV="1">
              <a:off x="4547520" y="41436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5" name="Google Shape;849;p11"/>
            <p:cNvSpPr/>
            <p:nvPr/>
          </p:nvSpPr>
          <p:spPr bwMode="auto">
            <a:xfrm rot="5400000" flipV="1">
              <a:off x="3990240" y="52862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w="36417" h="5628" fill="none" stroke="1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845215199" name="Google Shape;850;p11"/>
          <p:cNvSpPr/>
          <p:nvPr/>
        </p:nvSpPr>
        <p:spPr bwMode="auto">
          <a:xfrm rot="5400000">
            <a:off x="5457960" y="-491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06863006" name="Google Shape;851;p11"/>
          <p:cNvSpPr/>
          <p:nvPr/>
        </p:nvSpPr>
        <p:spPr bwMode="auto">
          <a:xfrm rot="5400000">
            <a:off x="5737320" y="-1890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606472949" name="Google Shape;852;p11"/>
          <p:cNvSpPr/>
          <p:nvPr/>
        </p:nvSpPr>
        <p:spPr bwMode="auto">
          <a:xfrm rot="10800000">
            <a:off x="8028000" y="24793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458817629" name="Google Shape;853;p11"/>
          <p:cNvSpPr/>
          <p:nvPr/>
        </p:nvSpPr>
        <p:spPr bwMode="auto">
          <a:xfrm rot="5400000">
            <a:off x="8208720" y="420372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057546663" name="Google Shape;854;p11"/>
          <p:cNvSpPr/>
          <p:nvPr/>
        </p:nvSpPr>
        <p:spPr bwMode="auto">
          <a:xfrm>
            <a:off x="855720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410051001" name="Google Shape;855;p11"/>
          <p:cNvGrpSpPr/>
          <p:nvPr/>
        </p:nvGrpSpPr>
        <p:grpSpPr bwMode="auto">
          <a:xfrm>
            <a:off x="7965360" y="312120"/>
            <a:ext cx="1520280" cy="301680"/>
            <a:chOff x="7965360" y="312120"/>
            <a:chExt cx="1520280" cy="301680"/>
          </a:xfrm>
        </p:grpSpPr>
        <p:sp>
          <p:nvSpPr>
            <p:cNvPr id="192" name="Google Shape;856;p11"/>
            <p:cNvSpPr/>
            <p:nvPr/>
          </p:nvSpPr>
          <p:spPr bwMode="auto">
            <a:xfrm>
              <a:off x="8058600" y="358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3" name="Google Shape;857;p11"/>
            <p:cNvSpPr/>
            <p:nvPr/>
          </p:nvSpPr>
          <p:spPr bwMode="auto">
            <a:xfrm>
              <a:off x="9394200" y="5223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4" name="Google Shape;858;p11"/>
            <p:cNvSpPr/>
            <p:nvPr/>
          </p:nvSpPr>
          <p:spPr bwMode="auto">
            <a:xfrm>
              <a:off x="9418320" y="5468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5" name="Google Shape;859;p11"/>
            <p:cNvSpPr/>
            <p:nvPr/>
          </p:nvSpPr>
          <p:spPr bwMode="auto">
            <a:xfrm>
              <a:off x="7965360" y="3121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6" name="Google Shape;860;p11"/>
            <p:cNvSpPr/>
            <p:nvPr/>
          </p:nvSpPr>
          <p:spPr bwMode="auto">
            <a:xfrm>
              <a:off x="7989120" y="3369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316328829" name="Google Shape;861;p11"/>
          <p:cNvGrpSpPr/>
          <p:nvPr/>
        </p:nvGrpSpPr>
        <p:grpSpPr bwMode="auto">
          <a:xfrm>
            <a:off x="8496000" y="3241080"/>
            <a:ext cx="882720" cy="241560"/>
            <a:chOff x="8496000" y="3241080"/>
            <a:chExt cx="882720" cy="241560"/>
          </a:xfrm>
        </p:grpSpPr>
        <p:sp>
          <p:nvSpPr>
            <p:cNvPr id="198" name="Google Shape;862;p11"/>
            <p:cNvSpPr/>
            <p:nvPr/>
          </p:nvSpPr>
          <p:spPr bwMode="auto">
            <a:xfrm>
              <a:off x="8496000" y="324108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9" name="Google Shape;863;p11"/>
            <p:cNvSpPr/>
            <p:nvPr/>
          </p:nvSpPr>
          <p:spPr bwMode="auto">
            <a:xfrm>
              <a:off x="8643240" y="32410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0" name="Google Shape;864;p11"/>
            <p:cNvSpPr/>
            <p:nvPr/>
          </p:nvSpPr>
          <p:spPr bwMode="auto">
            <a:xfrm>
              <a:off x="8789760" y="32410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1" name="Google Shape;865;p11"/>
            <p:cNvSpPr/>
            <p:nvPr/>
          </p:nvSpPr>
          <p:spPr bwMode="auto">
            <a:xfrm>
              <a:off x="8935920" y="32410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2" name="Google Shape;866;p11"/>
            <p:cNvSpPr/>
            <p:nvPr/>
          </p:nvSpPr>
          <p:spPr bwMode="auto">
            <a:xfrm>
              <a:off x="9082080" y="32410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3" name="Google Shape;867;p11"/>
            <p:cNvSpPr/>
            <p:nvPr/>
          </p:nvSpPr>
          <p:spPr bwMode="auto">
            <a:xfrm>
              <a:off x="9228240" y="32410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575045522" name="Google Shape;868;p11"/>
          <p:cNvGrpSpPr/>
          <p:nvPr/>
        </p:nvGrpSpPr>
        <p:grpSpPr bwMode="auto">
          <a:xfrm>
            <a:off x="8267400" y="1860840"/>
            <a:ext cx="1105560" cy="133560"/>
            <a:chOff x="8267400" y="1860840"/>
            <a:chExt cx="1105560" cy="133560"/>
          </a:xfrm>
        </p:grpSpPr>
        <p:grpSp>
          <p:nvGrpSpPr>
            <p:cNvPr id="205" name="Google Shape;869;p11"/>
            <p:cNvGrpSpPr/>
            <p:nvPr/>
          </p:nvGrpSpPr>
          <p:grpSpPr bwMode="auto">
            <a:xfrm>
              <a:off x="8267400" y="1943640"/>
              <a:ext cx="883080" cy="50760"/>
              <a:chOff x="8267400" y="1943640"/>
              <a:chExt cx="883080" cy="50760"/>
            </a:xfrm>
          </p:grpSpPr>
          <p:sp>
            <p:nvSpPr>
              <p:cNvPr id="206" name="Google Shape;870;p11"/>
              <p:cNvSpPr/>
              <p:nvPr/>
            </p:nvSpPr>
            <p:spPr bwMode="auto">
              <a:xfrm>
                <a:off x="826740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7" name="Google Shape;871;p11"/>
              <p:cNvSpPr/>
              <p:nvPr/>
            </p:nvSpPr>
            <p:spPr bwMode="auto">
              <a:xfrm>
                <a:off x="835992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8" name="Google Shape;872;p11"/>
              <p:cNvSpPr/>
              <p:nvPr/>
            </p:nvSpPr>
            <p:spPr bwMode="auto">
              <a:xfrm>
                <a:off x="845244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9" name="Google Shape;873;p11"/>
              <p:cNvSpPr/>
              <p:nvPr/>
            </p:nvSpPr>
            <p:spPr bwMode="auto">
              <a:xfrm>
                <a:off x="854496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0" name="Google Shape;874;p11"/>
              <p:cNvSpPr/>
              <p:nvPr/>
            </p:nvSpPr>
            <p:spPr bwMode="auto">
              <a:xfrm>
                <a:off x="863712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1" name="Google Shape;875;p11"/>
              <p:cNvSpPr/>
              <p:nvPr/>
            </p:nvSpPr>
            <p:spPr bwMode="auto">
              <a:xfrm>
                <a:off x="872964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2" name="Google Shape;876;p11"/>
              <p:cNvSpPr/>
              <p:nvPr/>
            </p:nvSpPr>
            <p:spPr bwMode="auto">
              <a:xfrm>
                <a:off x="882216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3" name="Google Shape;877;p11"/>
              <p:cNvSpPr/>
              <p:nvPr/>
            </p:nvSpPr>
            <p:spPr bwMode="auto">
              <a:xfrm>
                <a:off x="891468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4" name="Google Shape;878;p11"/>
              <p:cNvSpPr/>
              <p:nvPr/>
            </p:nvSpPr>
            <p:spPr bwMode="auto">
              <a:xfrm>
                <a:off x="900720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5" name="Google Shape;879;p11"/>
              <p:cNvSpPr/>
              <p:nvPr/>
            </p:nvSpPr>
            <p:spPr bwMode="auto">
              <a:xfrm>
                <a:off x="909972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16" name="Google Shape;880;p11"/>
            <p:cNvGrpSpPr/>
            <p:nvPr/>
          </p:nvGrpSpPr>
          <p:grpSpPr bwMode="auto">
            <a:xfrm>
              <a:off x="8490240" y="1860840"/>
              <a:ext cx="882720" cy="50760"/>
              <a:chOff x="8490240" y="1860840"/>
              <a:chExt cx="882720" cy="50760"/>
            </a:xfrm>
          </p:grpSpPr>
          <p:sp>
            <p:nvSpPr>
              <p:cNvPr id="217" name="Google Shape;881;p11"/>
              <p:cNvSpPr/>
              <p:nvPr/>
            </p:nvSpPr>
            <p:spPr bwMode="auto">
              <a:xfrm>
                <a:off x="849024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8" name="Google Shape;882;p11"/>
              <p:cNvSpPr/>
              <p:nvPr/>
            </p:nvSpPr>
            <p:spPr bwMode="auto">
              <a:xfrm>
                <a:off x="858240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9" name="Google Shape;883;p11"/>
              <p:cNvSpPr/>
              <p:nvPr/>
            </p:nvSpPr>
            <p:spPr bwMode="auto">
              <a:xfrm>
                <a:off x="867492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0" name="Google Shape;884;p11"/>
              <p:cNvSpPr/>
              <p:nvPr/>
            </p:nvSpPr>
            <p:spPr bwMode="auto">
              <a:xfrm>
                <a:off x="876744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1" name="Google Shape;885;p11"/>
              <p:cNvSpPr/>
              <p:nvPr/>
            </p:nvSpPr>
            <p:spPr bwMode="auto">
              <a:xfrm>
                <a:off x="885996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2" name="Google Shape;886;p11"/>
              <p:cNvSpPr/>
              <p:nvPr/>
            </p:nvSpPr>
            <p:spPr bwMode="auto">
              <a:xfrm>
                <a:off x="895248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3" name="Google Shape;887;p11"/>
              <p:cNvSpPr/>
              <p:nvPr/>
            </p:nvSpPr>
            <p:spPr bwMode="auto">
              <a:xfrm>
                <a:off x="904500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4" name="Google Shape;888;p11"/>
              <p:cNvSpPr/>
              <p:nvPr/>
            </p:nvSpPr>
            <p:spPr bwMode="auto">
              <a:xfrm>
                <a:off x="913752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5" name="Google Shape;889;p11"/>
              <p:cNvSpPr/>
              <p:nvPr/>
            </p:nvSpPr>
            <p:spPr bwMode="auto">
              <a:xfrm>
                <a:off x="922968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6" name="Google Shape;890;p11"/>
              <p:cNvSpPr/>
              <p:nvPr/>
            </p:nvSpPr>
            <p:spPr bwMode="auto">
              <a:xfrm>
                <a:off x="932220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2041832792" name="Google Shape;891;p11"/>
          <p:cNvGrpSpPr/>
          <p:nvPr/>
        </p:nvGrpSpPr>
        <p:grpSpPr bwMode="auto">
          <a:xfrm>
            <a:off x="5447160" y="4536000"/>
            <a:ext cx="1252800" cy="50760"/>
            <a:chOff x="5447160" y="4536000"/>
            <a:chExt cx="1252800" cy="50760"/>
          </a:xfrm>
        </p:grpSpPr>
        <p:sp>
          <p:nvSpPr>
            <p:cNvPr id="228" name="Google Shape;892;p11"/>
            <p:cNvSpPr/>
            <p:nvPr/>
          </p:nvSpPr>
          <p:spPr bwMode="auto">
            <a:xfrm>
              <a:off x="54471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9" name="Google Shape;893;p11"/>
            <p:cNvSpPr/>
            <p:nvPr/>
          </p:nvSpPr>
          <p:spPr bwMode="auto">
            <a:xfrm>
              <a:off x="5539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0" name="Google Shape;894;p11"/>
            <p:cNvSpPr/>
            <p:nvPr/>
          </p:nvSpPr>
          <p:spPr bwMode="auto">
            <a:xfrm>
              <a:off x="5632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1" name="Google Shape;895;p11"/>
            <p:cNvSpPr/>
            <p:nvPr/>
          </p:nvSpPr>
          <p:spPr bwMode="auto">
            <a:xfrm>
              <a:off x="57247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2" name="Google Shape;896;p11"/>
            <p:cNvSpPr/>
            <p:nvPr/>
          </p:nvSpPr>
          <p:spPr bwMode="auto">
            <a:xfrm>
              <a:off x="58172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3" name="Google Shape;897;p11"/>
            <p:cNvSpPr/>
            <p:nvPr/>
          </p:nvSpPr>
          <p:spPr bwMode="auto">
            <a:xfrm>
              <a:off x="59097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4" name="Google Shape;898;p11"/>
            <p:cNvSpPr/>
            <p:nvPr/>
          </p:nvSpPr>
          <p:spPr bwMode="auto">
            <a:xfrm>
              <a:off x="60022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5" name="Google Shape;899;p11"/>
            <p:cNvSpPr/>
            <p:nvPr/>
          </p:nvSpPr>
          <p:spPr bwMode="auto">
            <a:xfrm>
              <a:off x="60944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6" name="Google Shape;900;p11"/>
            <p:cNvSpPr/>
            <p:nvPr/>
          </p:nvSpPr>
          <p:spPr bwMode="auto">
            <a:xfrm>
              <a:off x="61869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7" name="Google Shape;901;p11"/>
            <p:cNvSpPr/>
            <p:nvPr/>
          </p:nvSpPr>
          <p:spPr bwMode="auto">
            <a:xfrm>
              <a:off x="62794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8" name="Google Shape;902;p11"/>
            <p:cNvSpPr/>
            <p:nvPr/>
          </p:nvSpPr>
          <p:spPr bwMode="auto">
            <a:xfrm>
              <a:off x="63720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9" name="Google Shape;903;p11"/>
            <p:cNvSpPr/>
            <p:nvPr/>
          </p:nvSpPr>
          <p:spPr bwMode="auto">
            <a:xfrm>
              <a:off x="64645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0" name="Google Shape;904;p11"/>
            <p:cNvSpPr/>
            <p:nvPr/>
          </p:nvSpPr>
          <p:spPr bwMode="auto">
            <a:xfrm>
              <a:off x="6556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1" name="Google Shape;905;p11"/>
            <p:cNvSpPr/>
            <p:nvPr/>
          </p:nvSpPr>
          <p:spPr bwMode="auto">
            <a:xfrm>
              <a:off x="6649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519874012" name="Google Shape;906;p11"/>
          <p:cNvGrpSpPr/>
          <p:nvPr/>
        </p:nvGrpSpPr>
        <p:grpSpPr bwMode="auto">
          <a:xfrm>
            <a:off x="-235080" y="829800"/>
            <a:ext cx="1105920" cy="133560"/>
            <a:chOff x="-235080" y="829800"/>
            <a:chExt cx="1105920" cy="133560"/>
          </a:xfrm>
        </p:grpSpPr>
        <p:grpSp>
          <p:nvGrpSpPr>
            <p:cNvPr id="243" name="Google Shape;907;p11"/>
            <p:cNvGrpSpPr/>
            <p:nvPr/>
          </p:nvGrpSpPr>
          <p:grpSpPr bwMode="auto">
            <a:xfrm>
              <a:off x="-235080" y="912600"/>
              <a:ext cx="883080" cy="50760"/>
              <a:chOff x="-235080" y="912600"/>
              <a:chExt cx="883080" cy="50760"/>
            </a:xfrm>
          </p:grpSpPr>
          <p:sp>
            <p:nvSpPr>
              <p:cNvPr id="244" name="Google Shape;908;p11"/>
              <p:cNvSpPr/>
              <p:nvPr/>
            </p:nvSpPr>
            <p:spPr bwMode="auto">
              <a:xfrm>
                <a:off x="-23508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45" name="Google Shape;909;p11"/>
              <p:cNvSpPr/>
              <p:nvPr/>
            </p:nvSpPr>
            <p:spPr bwMode="auto">
              <a:xfrm>
                <a:off x="-14256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46" name="Google Shape;910;p11"/>
              <p:cNvSpPr/>
              <p:nvPr/>
            </p:nvSpPr>
            <p:spPr bwMode="auto">
              <a:xfrm>
                <a:off x="-5004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47" name="Google Shape;911;p11"/>
              <p:cNvSpPr/>
              <p:nvPr/>
            </p:nvSpPr>
            <p:spPr bwMode="auto">
              <a:xfrm>
                <a:off x="4248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48" name="Google Shape;912;p11"/>
              <p:cNvSpPr/>
              <p:nvPr/>
            </p:nvSpPr>
            <p:spPr bwMode="auto">
              <a:xfrm>
                <a:off x="13500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49" name="Google Shape;913;p11"/>
              <p:cNvSpPr/>
              <p:nvPr/>
            </p:nvSpPr>
            <p:spPr bwMode="auto">
              <a:xfrm>
                <a:off x="22716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0" name="Google Shape;914;p11"/>
              <p:cNvSpPr/>
              <p:nvPr/>
            </p:nvSpPr>
            <p:spPr bwMode="auto">
              <a:xfrm>
                <a:off x="31968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1" name="Google Shape;915;p11"/>
              <p:cNvSpPr/>
              <p:nvPr/>
            </p:nvSpPr>
            <p:spPr bwMode="auto">
              <a:xfrm>
                <a:off x="41220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2" name="Google Shape;916;p11"/>
              <p:cNvSpPr/>
              <p:nvPr/>
            </p:nvSpPr>
            <p:spPr bwMode="auto">
              <a:xfrm>
                <a:off x="50472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3" name="Google Shape;917;p11"/>
              <p:cNvSpPr/>
              <p:nvPr/>
            </p:nvSpPr>
            <p:spPr bwMode="auto">
              <a:xfrm>
                <a:off x="59724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54" name="Google Shape;918;p11"/>
            <p:cNvGrpSpPr/>
            <p:nvPr/>
          </p:nvGrpSpPr>
          <p:grpSpPr bwMode="auto">
            <a:xfrm>
              <a:off x="-12240" y="829800"/>
              <a:ext cx="883080" cy="50760"/>
              <a:chOff x="-12240" y="829800"/>
              <a:chExt cx="883080" cy="50760"/>
            </a:xfrm>
          </p:grpSpPr>
          <p:sp>
            <p:nvSpPr>
              <p:cNvPr id="255" name="Google Shape;919;p11"/>
              <p:cNvSpPr/>
              <p:nvPr/>
            </p:nvSpPr>
            <p:spPr bwMode="auto">
              <a:xfrm>
                <a:off x="-1224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6" name="Google Shape;920;p11"/>
              <p:cNvSpPr/>
              <p:nvPr/>
            </p:nvSpPr>
            <p:spPr bwMode="auto">
              <a:xfrm>
                <a:off x="8028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7" name="Google Shape;921;p11"/>
              <p:cNvSpPr/>
              <p:nvPr/>
            </p:nvSpPr>
            <p:spPr bwMode="auto">
              <a:xfrm>
                <a:off x="17244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8" name="Google Shape;922;p11"/>
              <p:cNvSpPr/>
              <p:nvPr/>
            </p:nvSpPr>
            <p:spPr bwMode="auto">
              <a:xfrm>
                <a:off x="26496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9" name="Google Shape;923;p11"/>
              <p:cNvSpPr/>
              <p:nvPr/>
            </p:nvSpPr>
            <p:spPr bwMode="auto">
              <a:xfrm>
                <a:off x="35748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0" name="Google Shape;924;p11"/>
              <p:cNvSpPr/>
              <p:nvPr/>
            </p:nvSpPr>
            <p:spPr bwMode="auto">
              <a:xfrm>
                <a:off x="45000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1" name="Google Shape;925;p11"/>
              <p:cNvSpPr/>
              <p:nvPr/>
            </p:nvSpPr>
            <p:spPr bwMode="auto">
              <a:xfrm>
                <a:off x="54252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2" name="Google Shape;926;p11"/>
              <p:cNvSpPr/>
              <p:nvPr/>
            </p:nvSpPr>
            <p:spPr bwMode="auto">
              <a:xfrm>
                <a:off x="63504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3" name="Google Shape;927;p11"/>
              <p:cNvSpPr/>
              <p:nvPr/>
            </p:nvSpPr>
            <p:spPr bwMode="auto">
              <a:xfrm>
                <a:off x="72756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4" name="Google Shape;928;p11"/>
              <p:cNvSpPr/>
              <p:nvPr/>
            </p:nvSpPr>
            <p:spPr bwMode="auto">
              <a:xfrm>
                <a:off x="82008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_7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5113626" name="Google Shape;1855;p23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259" name="Google Shape;1856;p23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60" name="Google Shape;1857;p23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61" name="Google Shape;1858;p23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62" name="Google Shape;1859;p23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63" name="Google Shape;1860;p23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64" name="Google Shape;1861;p23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65" name="Google Shape;1862;p23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66" name="Google Shape;1863;p23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67" name="Google Shape;1864;p23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68" name="Google Shape;1865;p23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69" name="Google Shape;1866;p23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70" name="Google Shape;1867;p23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71" name="Google Shape;1868;p23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72" name="Google Shape;1869;p23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73" name="Google Shape;1870;p23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74" name="Google Shape;1871;p23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75" name="Google Shape;1872;p23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76" name="Google Shape;1873;p23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77" name="Google Shape;1874;p23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78" name="Google Shape;1875;p23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79" name="Google Shape;1876;p23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80" name="Google Shape;1877;p23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81" name="Google Shape;1878;p23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82" name="Google Shape;1879;p23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83" name="Google Shape;1880;p23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84" name="Google Shape;1881;p23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85" name="Google Shape;1882;p23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86" name="Google Shape;1883;p23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87" name="Google Shape;1884;p23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88" name="Google Shape;1885;p23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89" name="Google Shape;1886;p23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90" name="Google Shape;1887;p23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91" name="Google Shape;1888;p23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92" name="Google Shape;1889;p23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93" name="Google Shape;1890;p23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94" name="Google Shape;1891;p23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95" name="Google Shape;1892;p23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96" name="Google Shape;1893;p23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729898254" name="PlaceHolder 1"/>
          <p:cNvSpPr>
            <a:spLocks noGrp="1"/>
          </p:cNvSpPr>
          <p:nvPr>
            <p:ph type="title"/>
          </p:nvPr>
        </p:nvSpPr>
        <p:spPr bwMode="auto"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32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35616530" name="PlaceHolder 2"/>
          <p:cNvSpPr>
            <a:spLocks noGrp="1"/>
          </p:cNvSpPr>
          <p:nvPr>
            <p:ph type="title"/>
          </p:nvPr>
        </p:nvSpPr>
        <p:spPr bwMode="auto">
          <a:xfrm>
            <a:off x="2152080" y="1512720"/>
            <a:ext cx="18277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9058285" name="PlaceHolder 3"/>
          <p:cNvSpPr>
            <a:spLocks noGrp="1"/>
          </p:cNvSpPr>
          <p:nvPr>
            <p:ph type="title"/>
          </p:nvPr>
        </p:nvSpPr>
        <p:spPr bwMode="auto">
          <a:xfrm>
            <a:off x="2152080" y="2624760"/>
            <a:ext cx="18277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54525038" name="PlaceHolder 4"/>
          <p:cNvSpPr>
            <a:spLocks noGrp="1"/>
          </p:cNvSpPr>
          <p:nvPr>
            <p:ph type="title"/>
          </p:nvPr>
        </p:nvSpPr>
        <p:spPr bwMode="auto">
          <a:xfrm>
            <a:off x="6055200" y="2624760"/>
            <a:ext cx="18277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90621986" name="PlaceHolder 5"/>
          <p:cNvSpPr>
            <a:spLocks noGrp="1"/>
          </p:cNvSpPr>
          <p:nvPr>
            <p:ph type="title"/>
          </p:nvPr>
        </p:nvSpPr>
        <p:spPr bwMode="auto">
          <a:xfrm>
            <a:off x="6055200" y="1512720"/>
            <a:ext cx="18277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64775749" name="PlaceHolder 6"/>
          <p:cNvSpPr>
            <a:spLocks noGrp="1"/>
          </p:cNvSpPr>
          <p:nvPr>
            <p:ph type="title"/>
          </p:nvPr>
        </p:nvSpPr>
        <p:spPr bwMode="auto">
          <a:xfrm>
            <a:off x="2152080" y="3733200"/>
            <a:ext cx="18277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11852434" name="PlaceHolder 7"/>
          <p:cNvSpPr>
            <a:spLocks noGrp="1"/>
          </p:cNvSpPr>
          <p:nvPr>
            <p:ph type="title"/>
          </p:nvPr>
        </p:nvSpPr>
        <p:spPr bwMode="auto">
          <a:xfrm>
            <a:off x="6055200" y="3733200"/>
            <a:ext cx="18277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6884926" name="Google Shape;1907;p23"/>
          <p:cNvSpPr/>
          <p:nvPr/>
        </p:nvSpPr>
        <p:spPr bwMode="auto">
          <a:xfrm>
            <a:off x="1440" y="-8892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362569681" name="Google Shape;1908;p23"/>
          <p:cNvGrpSpPr/>
          <p:nvPr/>
        </p:nvGrpSpPr>
        <p:grpSpPr bwMode="auto">
          <a:xfrm>
            <a:off x="173880" y="-88200"/>
            <a:ext cx="241560" cy="882720"/>
            <a:chOff x="173880" y="-88200"/>
            <a:chExt cx="241560" cy="882720"/>
          </a:xfrm>
        </p:grpSpPr>
        <p:sp>
          <p:nvSpPr>
            <p:cNvPr id="1306" name="Google Shape;1909;p23"/>
            <p:cNvSpPr/>
            <p:nvPr/>
          </p:nvSpPr>
          <p:spPr bwMode="auto">
            <a:xfrm rot="16199998">
              <a:off x="218520" y="59760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07" name="Google Shape;1910;p23"/>
            <p:cNvSpPr/>
            <p:nvPr/>
          </p:nvSpPr>
          <p:spPr bwMode="auto">
            <a:xfrm rot="16199998">
              <a:off x="219240" y="450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08" name="Google Shape;1911;p23"/>
            <p:cNvSpPr/>
            <p:nvPr/>
          </p:nvSpPr>
          <p:spPr bwMode="auto">
            <a:xfrm rot="16199998">
              <a:off x="219240" y="304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09" name="Google Shape;1912;p23"/>
            <p:cNvSpPr/>
            <p:nvPr/>
          </p:nvSpPr>
          <p:spPr bwMode="auto">
            <a:xfrm rot="16199998">
              <a:off x="219240" y="158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10" name="Google Shape;1913;p23"/>
            <p:cNvSpPr/>
            <p:nvPr/>
          </p:nvSpPr>
          <p:spPr bwMode="auto">
            <a:xfrm rot="16199998">
              <a:off x="219240" y="122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11" name="Google Shape;1914;p23"/>
            <p:cNvSpPr/>
            <p:nvPr/>
          </p:nvSpPr>
          <p:spPr bwMode="auto">
            <a:xfrm rot="16199998">
              <a:off x="219240" y="-13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89858544" name="Google Shape;1915;p23"/>
          <p:cNvGrpSpPr/>
          <p:nvPr/>
        </p:nvGrpSpPr>
        <p:grpSpPr bwMode="auto">
          <a:xfrm>
            <a:off x="1685880" y="463320"/>
            <a:ext cx="1105560" cy="133560"/>
            <a:chOff x="1685880" y="463320"/>
            <a:chExt cx="1105560" cy="133560"/>
          </a:xfrm>
        </p:grpSpPr>
        <p:grpSp>
          <p:nvGrpSpPr>
            <p:cNvPr id="1313" name="Google Shape;1916;p23"/>
            <p:cNvGrpSpPr/>
            <p:nvPr/>
          </p:nvGrpSpPr>
          <p:grpSpPr bwMode="auto">
            <a:xfrm>
              <a:off x="1685880" y="546120"/>
              <a:ext cx="882720" cy="50760"/>
              <a:chOff x="1685880" y="546120"/>
              <a:chExt cx="882720" cy="50760"/>
            </a:xfrm>
          </p:grpSpPr>
          <p:sp>
            <p:nvSpPr>
              <p:cNvPr id="1314" name="Google Shape;1917;p23"/>
              <p:cNvSpPr/>
              <p:nvPr/>
            </p:nvSpPr>
            <p:spPr bwMode="auto">
              <a:xfrm>
                <a:off x="168588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5" name="Google Shape;1918;p23"/>
              <p:cNvSpPr/>
              <p:nvPr/>
            </p:nvSpPr>
            <p:spPr bwMode="auto">
              <a:xfrm>
                <a:off x="177840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6" name="Google Shape;1919;p23"/>
              <p:cNvSpPr/>
              <p:nvPr/>
            </p:nvSpPr>
            <p:spPr bwMode="auto">
              <a:xfrm>
                <a:off x="187056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7" name="Google Shape;1920;p23"/>
              <p:cNvSpPr/>
              <p:nvPr/>
            </p:nvSpPr>
            <p:spPr bwMode="auto">
              <a:xfrm>
                <a:off x="196308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8" name="Google Shape;1921;p23"/>
              <p:cNvSpPr/>
              <p:nvPr/>
            </p:nvSpPr>
            <p:spPr bwMode="auto">
              <a:xfrm>
                <a:off x="205560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9" name="Google Shape;1922;p23"/>
              <p:cNvSpPr/>
              <p:nvPr/>
            </p:nvSpPr>
            <p:spPr bwMode="auto">
              <a:xfrm>
                <a:off x="214812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0" name="Google Shape;1923;p23"/>
              <p:cNvSpPr/>
              <p:nvPr/>
            </p:nvSpPr>
            <p:spPr bwMode="auto">
              <a:xfrm>
                <a:off x="224064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1" name="Google Shape;1924;p23"/>
              <p:cNvSpPr/>
              <p:nvPr/>
            </p:nvSpPr>
            <p:spPr bwMode="auto">
              <a:xfrm>
                <a:off x="233316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2" name="Google Shape;1925;p23"/>
              <p:cNvSpPr/>
              <p:nvPr/>
            </p:nvSpPr>
            <p:spPr bwMode="auto">
              <a:xfrm>
                <a:off x="242568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3" name="Google Shape;1926;p23"/>
              <p:cNvSpPr/>
              <p:nvPr/>
            </p:nvSpPr>
            <p:spPr bwMode="auto">
              <a:xfrm>
                <a:off x="251784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324" name="Google Shape;1927;p23"/>
            <p:cNvGrpSpPr/>
            <p:nvPr/>
          </p:nvGrpSpPr>
          <p:grpSpPr bwMode="auto">
            <a:xfrm>
              <a:off x="1908360" y="463320"/>
              <a:ext cx="883080" cy="50760"/>
              <a:chOff x="1908360" y="463320"/>
              <a:chExt cx="883080" cy="50760"/>
            </a:xfrm>
          </p:grpSpPr>
          <p:sp>
            <p:nvSpPr>
              <p:cNvPr id="1325" name="Google Shape;1928;p23"/>
              <p:cNvSpPr/>
              <p:nvPr/>
            </p:nvSpPr>
            <p:spPr bwMode="auto">
              <a:xfrm>
                <a:off x="190836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6" name="Google Shape;1929;p23"/>
              <p:cNvSpPr/>
              <p:nvPr/>
            </p:nvSpPr>
            <p:spPr bwMode="auto">
              <a:xfrm>
                <a:off x="200088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7" name="Google Shape;1930;p23"/>
              <p:cNvSpPr/>
              <p:nvPr/>
            </p:nvSpPr>
            <p:spPr bwMode="auto">
              <a:xfrm>
                <a:off x="209340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8" name="Google Shape;1931;p23"/>
              <p:cNvSpPr/>
              <p:nvPr/>
            </p:nvSpPr>
            <p:spPr bwMode="auto">
              <a:xfrm>
                <a:off x="218592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9" name="Google Shape;1932;p23"/>
              <p:cNvSpPr/>
              <p:nvPr/>
            </p:nvSpPr>
            <p:spPr bwMode="auto">
              <a:xfrm>
                <a:off x="227844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30" name="Google Shape;1933;p23"/>
              <p:cNvSpPr/>
              <p:nvPr/>
            </p:nvSpPr>
            <p:spPr bwMode="auto">
              <a:xfrm>
                <a:off x="237096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31" name="Google Shape;1934;p23"/>
              <p:cNvSpPr/>
              <p:nvPr/>
            </p:nvSpPr>
            <p:spPr bwMode="auto">
              <a:xfrm>
                <a:off x="246312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32" name="Google Shape;1935;p23"/>
              <p:cNvSpPr/>
              <p:nvPr/>
            </p:nvSpPr>
            <p:spPr bwMode="auto">
              <a:xfrm>
                <a:off x="255564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33" name="Google Shape;1936;p23"/>
              <p:cNvSpPr/>
              <p:nvPr/>
            </p:nvSpPr>
            <p:spPr bwMode="auto">
              <a:xfrm>
                <a:off x="264816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34" name="Google Shape;1937;p23"/>
              <p:cNvSpPr/>
              <p:nvPr/>
            </p:nvSpPr>
            <p:spPr bwMode="auto">
              <a:xfrm>
                <a:off x="274068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486670955" name="Google Shape;1938;p23"/>
          <p:cNvSpPr/>
          <p:nvPr/>
        </p:nvSpPr>
        <p:spPr bwMode="auto">
          <a:xfrm flipH="1">
            <a:off x="8167320" y="7563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1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49805504" name="Google Shape;1939;p23"/>
          <p:cNvSpPr/>
          <p:nvPr/>
        </p:nvSpPr>
        <p:spPr bwMode="auto">
          <a:xfrm flipH="1">
            <a:off x="7864200" y="4770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1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568926797" name="Google Shape;1940;p23"/>
          <p:cNvGrpSpPr/>
          <p:nvPr/>
        </p:nvGrpSpPr>
        <p:grpSpPr bwMode="auto">
          <a:xfrm>
            <a:off x="6637680" y="176040"/>
            <a:ext cx="552600" cy="98640"/>
            <a:chOff x="6637680" y="176040"/>
            <a:chExt cx="552600" cy="98640"/>
          </a:xfrm>
        </p:grpSpPr>
        <p:sp>
          <p:nvSpPr>
            <p:cNvPr id="1338" name="Google Shape;1941;p23"/>
            <p:cNvSpPr/>
            <p:nvPr/>
          </p:nvSpPr>
          <p:spPr bwMode="auto">
            <a:xfrm rot="5400000">
              <a:off x="7091640" y="1760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39" name="Google Shape;1942;p23"/>
            <p:cNvSpPr/>
            <p:nvPr/>
          </p:nvSpPr>
          <p:spPr bwMode="auto">
            <a:xfrm rot="5400000">
              <a:off x="7118280" y="2026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40" name="Google Shape;1943;p23"/>
            <p:cNvSpPr/>
            <p:nvPr/>
          </p:nvSpPr>
          <p:spPr bwMode="auto">
            <a:xfrm rot="5400000">
              <a:off x="6637680" y="1789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41" name="Google Shape;1944;p23"/>
            <p:cNvSpPr/>
            <p:nvPr/>
          </p:nvSpPr>
          <p:spPr bwMode="auto">
            <a:xfrm rot="5400000">
              <a:off x="6661440" y="2030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42" name="Google Shape;1945;p23"/>
            <p:cNvSpPr/>
            <p:nvPr/>
          </p:nvSpPr>
          <p:spPr bwMode="auto">
            <a:xfrm rot="5400000">
              <a:off x="6913800" y="399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218314223" name="Google Shape;1946;p23"/>
          <p:cNvGrpSpPr/>
          <p:nvPr/>
        </p:nvGrpSpPr>
        <p:grpSpPr bwMode="auto">
          <a:xfrm>
            <a:off x="-225719" y="4407480"/>
            <a:ext cx="552600" cy="98640"/>
            <a:chOff x="-225719" y="4407480"/>
            <a:chExt cx="552600" cy="98640"/>
          </a:xfrm>
        </p:grpSpPr>
        <p:sp>
          <p:nvSpPr>
            <p:cNvPr id="1344" name="Google Shape;1947;p23"/>
            <p:cNvSpPr/>
            <p:nvPr/>
          </p:nvSpPr>
          <p:spPr bwMode="auto">
            <a:xfrm rot="5400000">
              <a:off x="228240" y="44074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45" name="Google Shape;1948;p23"/>
            <p:cNvSpPr/>
            <p:nvPr/>
          </p:nvSpPr>
          <p:spPr bwMode="auto">
            <a:xfrm rot="5400000">
              <a:off x="254880" y="4434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46" name="Google Shape;1949;p23"/>
            <p:cNvSpPr/>
            <p:nvPr/>
          </p:nvSpPr>
          <p:spPr bwMode="auto">
            <a:xfrm rot="5400000">
              <a:off x="-225719" y="4410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47" name="Google Shape;1950;p23"/>
            <p:cNvSpPr/>
            <p:nvPr/>
          </p:nvSpPr>
          <p:spPr bwMode="auto">
            <a:xfrm rot="5400000">
              <a:off x="-201600" y="44344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48" name="Google Shape;1951;p23"/>
            <p:cNvSpPr/>
            <p:nvPr/>
          </p:nvSpPr>
          <p:spPr bwMode="auto">
            <a:xfrm rot="5400000">
              <a:off x="50400" y="42717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387458073" name="Google Shape;1952;p23"/>
          <p:cNvGrpSpPr/>
          <p:nvPr/>
        </p:nvGrpSpPr>
        <p:grpSpPr bwMode="auto">
          <a:xfrm>
            <a:off x="-799200" y="4748760"/>
            <a:ext cx="1822320" cy="196200"/>
            <a:chOff x="-799200" y="4748760"/>
            <a:chExt cx="1822320" cy="196200"/>
          </a:xfrm>
        </p:grpSpPr>
        <p:sp>
          <p:nvSpPr>
            <p:cNvPr id="1350" name="Google Shape;1953;p23"/>
            <p:cNvSpPr/>
            <p:nvPr/>
          </p:nvSpPr>
          <p:spPr bwMode="auto">
            <a:xfrm flipH="1">
              <a:off x="-799200" y="479484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51" name="Google Shape;1954;p23"/>
            <p:cNvSpPr/>
            <p:nvPr/>
          </p:nvSpPr>
          <p:spPr bwMode="auto">
            <a:xfrm flipH="1">
              <a:off x="931680" y="47487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52" name="Google Shape;1955;p23"/>
            <p:cNvSpPr/>
            <p:nvPr/>
          </p:nvSpPr>
          <p:spPr bwMode="auto">
            <a:xfrm flipH="1">
              <a:off x="955080" y="477324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308341262" name="Google Shape;1956;p23"/>
          <p:cNvSpPr/>
          <p:nvPr/>
        </p:nvSpPr>
        <p:spPr bwMode="auto">
          <a:xfrm rot="10800000">
            <a:off x="8557560" y="4011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335886760" name="Google Shape;1957;p23"/>
          <p:cNvGrpSpPr/>
          <p:nvPr/>
        </p:nvGrpSpPr>
        <p:grpSpPr bwMode="auto">
          <a:xfrm>
            <a:off x="7911360" y="4688640"/>
            <a:ext cx="1520280" cy="301320"/>
            <a:chOff x="7911360" y="4688640"/>
            <a:chExt cx="1520280" cy="301320"/>
          </a:xfrm>
        </p:grpSpPr>
        <p:sp>
          <p:nvSpPr>
            <p:cNvPr id="1355" name="Google Shape;1958;p23"/>
            <p:cNvSpPr/>
            <p:nvPr/>
          </p:nvSpPr>
          <p:spPr bwMode="auto">
            <a:xfrm rot="5400000">
              <a:off x="8567640" y="417168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 stroke="1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56" name="Google Shape;1959;p23"/>
            <p:cNvSpPr/>
            <p:nvPr/>
          </p:nvSpPr>
          <p:spPr bwMode="auto">
            <a:xfrm rot="5400000">
              <a:off x="9340200" y="4898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57" name="Google Shape;1960;p23"/>
            <p:cNvSpPr/>
            <p:nvPr/>
          </p:nvSpPr>
          <p:spPr bwMode="auto">
            <a:xfrm rot="5400000">
              <a:off x="9365040" y="49226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58" name="Google Shape;1961;p23"/>
            <p:cNvSpPr/>
            <p:nvPr/>
          </p:nvSpPr>
          <p:spPr bwMode="auto">
            <a:xfrm rot="5400000">
              <a:off x="7911360" y="4688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59" name="Google Shape;1962;p23"/>
            <p:cNvSpPr/>
            <p:nvPr/>
          </p:nvSpPr>
          <p:spPr bwMode="auto">
            <a:xfrm rot="5400000">
              <a:off x="7935480" y="47134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003528743" name="Google Shape;1963;p23"/>
          <p:cNvGrpSpPr/>
          <p:nvPr/>
        </p:nvGrpSpPr>
        <p:grpSpPr bwMode="auto">
          <a:xfrm>
            <a:off x="3945600" y="4775400"/>
            <a:ext cx="1252440" cy="50760"/>
            <a:chOff x="3945600" y="4775400"/>
            <a:chExt cx="1252440" cy="50760"/>
          </a:xfrm>
        </p:grpSpPr>
        <p:sp>
          <p:nvSpPr>
            <p:cNvPr id="1361" name="Google Shape;1964;p23"/>
            <p:cNvSpPr/>
            <p:nvPr/>
          </p:nvSpPr>
          <p:spPr bwMode="auto">
            <a:xfrm>
              <a:off x="394560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62" name="Google Shape;1965;p23"/>
            <p:cNvSpPr/>
            <p:nvPr/>
          </p:nvSpPr>
          <p:spPr bwMode="auto">
            <a:xfrm>
              <a:off x="403812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63" name="Google Shape;1966;p23"/>
            <p:cNvSpPr/>
            <p:nvPr/>
          </p:nvSpPr>
          <p:spPr bwMode="auto">
            <a:xfrm>
              <a:off x="413064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64" name="Google Shape;1967;p23"/>
            <p:cNvSpPr/>
            <p:nvPr/>
          </p:nvSpPr>
          <p:spPr bwMode="auto">
            <a:xfrm>
              <a:off x="422280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65" name="Google Shape;1968;p23"/>
            <p:cNvSpPr/>
            <p:nvPr/>
          </p:nvSpPr>
          <p:spPr bwMode="auto">
            <a:xfrm>
              <a:off x="431532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66" name="Google Shape;1969;p23"/>
            <p:cNvSpPr/>
            <p:nvPr/>
          </p:nvSpPr>
          <p:spPr bwMode="auto">
            <a:xfrm>
              <a:off x="440784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67" name="Google Shape;1970;p23"/>
            <p:cNvSpPr/>
            <p:nvPr/>
          </p:nvSpPr>
          <p:spPr bwMode="auto">
            <a:xfrm>
              <a:off x="450036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68" name="Google Shape;1971;p23"/>
            <p:cNvSpPr/>
            <p:nvPr/>
          </p:nvSpPr>
          <p:spPr bwMode="auto">
            <a:xfrm>
              <a:off x="459288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69" name="Google Shape;1972;p23"/>
            <p:cNvSpPr/>
            <p:nvPr/>
          </p:nvSpPr>
          <p:spPr bwMode="auto">
            <a:xfrm>
              <a:off x="468540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70" name="Google Shape;1973;p23"/>
            <p:cNvSpPr/>
            <p:nvPr/>
          </p:nvSpPr>
          <p:spPr bwMode="auto">
            <a:xfrm>
              <a:off x="477792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71" name="Google Shape;1974;p23"/>
            <p:cNvSpPr/>
            <p:nvPr/>
          </p:nvSpPr>
          <p:spPr bwMode="auto">
            <a:xfrm>
              <a:off x="487008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72" name="Google Shape;1975;p23"/>
            <p:cNvSpPr/>
            <p:nvPr/>
          </p:nvSpPr>
          <p:spPr bwMode="auto">
            <a:xfrm>
              <a:off x="496260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73" name="Google Shape;1976;p23"/>
            <p:cNvSpPr/>
            <p:nvPr/>
          </p:nvSpPr>
          <p:spPr bwMode="auto">
            <a:xfrm>
              <a:off x="505512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74" name="Google Shape;1977;p23"/>
            <p:cNvSpPr/>
            <p:nvPr/>
          </p:nvSpPr>
          <p:spPr bwMode="auto">
            <a:xfrm>
              <a:off x="514728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_15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6699610" name="Google Shape;1979;p24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376" name="Google Shape;1980;p24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77" name="Google Shape;1981;p24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78" name="Google Shape;1982;p24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79" name="Google Shape;1983;p24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80" name="Google Shape;1984;p24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81" name="Google Shape;1985;p24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82" name="Google Shape;1986;p24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83" name="Google Shape;1987;p24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84" name="Google Shape;1988;p24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85" name="Google Shape;1989;p24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86" name="Google Shape;1990;p24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87" name="Google Shape;1991;p24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88" name="Google Shape;1992;p24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89" name="Google Shape;1993;p24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90" name="Google Shape;1994;p24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91" name="Google Shape;1995;p24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92" name="Google Shape;1996;p24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93" name="Google Shape;1997;p24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94" name="Google Shape;1998;p24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95" name="Google Shape;1999;p24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96" name="Google Shape;2000;p24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97" name="Google Shape;2001;p24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98" name="Google Shape;2002;p24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99" name="Google Shape;2003;p24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00" name="Google Shape;2004;p24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01" name="Google Shape;2005;p24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02" name="Google Shape;2006;p24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03" name="Google Shape;2007;p24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04" name="Google Shape;2008;p24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05" name="Google Shape;2009;p24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06" name="Google Shape;2010;p24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07" name="Google Shape;2011;p24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08" name="Google Shape;2012;p24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09" name="Google Shape;2013;p24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10" name="Google Shape;2014;p24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11" name="Google Shape;2015;p24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12" name="Google Shape;2016;p24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13" name="Google Shape;2017;p24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923648109" name="Google Shape;2018;p24"/>
          <p:cNvGrpSpPr/>
          <p:nvPr/>
        </p:nvGrpSpPr>
        <p:grpSpPr bwMode="auto">
          <a:xfrm>
            <a:off x="4674960" y="4956120"/>
            <a:ext cx="1520640" cy="301320"/>
            <a:chOff x="4674960" y="4956120"/>
            <a:chExt cx="1520640" cy="301320"/>
          </a:xfrm>
        </p:grpSpPr>
        <p:sp>
          <p:nvSpPr>
            <p:cNvPr id="1415" name="Google Shape;2019;p24"/>
            <p:cNvSpPr/>
            <p:nvPr/>
          </p:nvSpPr>
          <p:spPr bwMode="auto">
            <a:xfrm>
              <a:off x="4768560" y="5002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16" name="Google Shape;2020;p24"/>
            <p:cNvSpPr/>
            <p:nvPr/>
          </p:nvSpPr>
          <p:spPr bwMode="auto">
            <a:xfrm>
              <a:off x="6104160" y="5166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17" name="Google Shape;2021;p24"/>
            <p:cNvSpPr/>
            <p:nvPr/>
          </p:nvSpPr>
          <p:spPr bwMode="auto">
            <a:xfrm>
              <a:off x="6127920" y="51908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18" name="Google Shape;2022;p24"/>
            <p:cNvSpPr/>
            <p:nvPr/>
          </p:nvSpPr>
          <p:spPr bwMode="auto">
            <a:xfrm>
              <a:off x="4674960" y="49561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19" name="Google Shape;2023;p24"/>
            <p:cNvSpPr/>
            <p:nvPr/>
          </p:nvSpPr>
          <p:spPr bwMode="auto">
            <a:xfrm>
              <a:off x="4698720" y="49809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597513289" name="Google Shape;2024;p24"/>
          <p:cNvGrpSpPr/>
          <p:nvPr/>
        </p:nvGrpSpPr>
        <p:grpSpPr bwMode="auto">
          <a:xfrm>
            <a:off x="-141480" y="2534040"/>
            <a:ext cx="552600" cy="98640"/>
            <a:chOff x="-141480" y="2534040"/>
            <a:chExt cx="552600" cy="98640"/>
          </a:xfrm>
        </p:grpSpPr>
        <p:sp>
          <p:nvSpPr>
            <p:cNvPr id="1421" name="Google Shape;2025;p24"/>
            <p:cNvSpPr/>
            <p:nvPr/>
          </p:nvSpPr>
          <p:spPr bwMode="auto">
            <a:xfrm rot="5400000">
              <a:off x="312480" y="25340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22" name="Google Shape;2026;p24"/>
            <p:cNvSpPr/>
            <p:nvPr/>
          </p:nvSpPr>
          <p:spPr bwMode="auto">
            <a:xfrm rot="5400000">
              <a:off x="339120" y="25606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23" name="Google Shape;2027;p24"/>
            <p:cNvSpPr/>
            <p:nvPr/>
          </p:nvSpPr>
          <p:spPr bwMode="auto">
            <a:xfrm rot="5400000">
              <a:off x="-141480" y="25369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24" name="Google Shape;2028;p24"/>
            <p:cNvSpPr/>
            <p:nvPr/>
          </p:nvSpPr>
          <p:spPr bwMode="auto">
            <a:xfrm rot="5400000">
              <a:off x="-117720" y="25610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25" name="Google Shape;2029;p24"/>
            <p:cNvSpPr/>
            <p:nvPr/>
          </p:nvSpPr>
          <p:spPr bwMode="auto">
            <a:xfrm rot="5400000">
              <a:off x="134640" y="23983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952092689" name="Google Shape;2030;p24"/>
          <p:cNvGrpSpPr/>
          <p:nvPr/>
        </p:nvGrpSpPr>
        <p:grpSpPr bwMode="auto">
          <a:xfrm>
            <a:off x="-1744560" y="3592080"/>
            <a:ext cx="2297520" cy="347040"/>
            <a:chOff x="-1744560" y="3592080"/>
            <a:chExt cx="2297520" cy="347040"/>
          </a:xfrm>
        </p:grpSpPr>
        <p:sp>
          <p:nvSpPr>
            <p:cNvPr id="1427" name="Google Shape;2031;p24"/>
            <p:cNvSpPr/>
            <p:nvPr/>
          </p:nvSpPr>
          <p:spPr bwMode="auto">
            <a:xfrm>
              <a:off x="-1744560" y="387144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28" name="Google Shape;2032;p24"/>
            <p:cNvSpPr/>
            <p:nvPr/>
          </p:nvSpPr>
          <p:spPr bwMode="auto">
            <a:xfrm>
              <a:off x="-1441440" y="359208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242953391" name="Google Shape;2033;p24"/>
          <p:cNvSpPr/>
          <p:nvPr/>
        </p:nvSpPr>
        <p:spPr bwMode="auto">
          <a:xfrm rot="10800000">
            <a:off x="414360" y="44658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434582244" name="Google Shape;2034;p24"/>
          <p:cNvGrpSpPr/>
          <p:nvPr/>
        </p:nvGrpSpPr>
        <p:grpSpPr bwMode="auto">
          <a:xfrm>
            <a:off x="-222840" y="226080"/>
            <a:ext cx="1506960" cy="586440"/>
            <a:chOff x="-222840" y="226080"/>
            <a:chExt cx="1506960" cy="586440"/>
          </a:xfrm>
        </p:grpSpPr>
        <p:sp>
          <p:nvSpPr>
            <p:cNvPr id="1431" name="Google Shape;2035;p24"/>
            <p:cNvSpPr/>
            <p:nvPr/>
          </p:nvSpPr>
          <p:spPr bwMode="auto">
            <a:xfrm rot="16199998">
              <a:off x="348840" y="-12276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432" name="Google Shape;2036;p24"/>
            <p:cNvGrpSpPr/>
            <p:nvPr/>
          </p:nvGrpSpPr>
          <p:grpSpPr bwMode="auto">
            <a:xfrm>
              <a:off x="-222840" y="452160"/>
              <a:ext cx="1105920" cy="133920"/>
              <a:chOff x="-222840" y="452160"/>
              <a:chExt cx="1105920" cy="133920"/>
            </a:xfrm>
          </p:grpSpPr>
          <p:grpSp>
            <p:nvGrpSpPr>
              <p:cNvPr id="1433" name="Google Shape;2037;p24"/>
              <p:cNvGrpSpPr/>
              <p:nvPr/>
            </p:nvGrpSpPr>
            <p:grpSpPr bwMode="auto">
              <a:xfrm>
                <a:off x="-222840" y="535320"/>
                <a:ext cx="883080" cy="50760"/>
                <a:chOff x="-222840" y="535320"/>
                <a:chExt cx="883080" cy="50760"/>
              </a:xfrm>
            </p:grpSpPr>
            <p:sp>
              <p:nvSpPr>
                <p:cNvPr id="1434" name="Google Shape;2038;p24"/>
                <p:cNvSpPr/>
                <p:nvPr/>
              </p:nvSpPr>
              <p:spPr bwMode="auto">
                <a:xfrm>
                  <a:off x="-22284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435" name="Google Shape;2039;p24"/>
                <p:cNvSpPr/>
                <p:nvPr/>
              </p:nvSpPr>
              <p:spPr bwMode="auto">
                <a:xfrm>
                  <a:off x="-13032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436" name="Google Shape;2040;p24"/>
                <p:cNvSpPr/>
                <p:nvPr/>
              </p:nvSpPr>
              <p:spPr bwMode="auto">
                <a:xfrm>
                  <a:off x="-3780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437" name="Google Shape;2041;p24"/>
                <p:cNvSpPr/>
                <p:nvPr/>
              </p:nvSpPr>
              <p:spPr bwMode="auto">
                <a:xfrm>
                  <a:off x="5472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438" name="Google Shape;2042;p24"/>
                <p:cNvSpPr/>
                <p:nvPr/>
              </p:nvSpPr>
              <p:spPr bwMode="auto">
                <a:xfrm>
                  <a:off x="14724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439" name="Google Shape;2043;p24"/>
                <p:cNvSpPr/>
                <p:nvPr/>
              </p:nvSpPr>
              <p:spPr bwMode="auto">
                <a:xfrm>
                  <a:off x="23976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440" name="Google Shape;2044;p24"/>
                <p:cNvSpPr/>
                <p:nvPr/>
              </p:nvSpPr>
              <p:spPr bwMode="auto">
                <a:xfrm>
                  <a:off x="33192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441" name="Google Shape;2045;p24"/>
                <p:cNvSpPr/>
                <p:nvPr/>
              </p:nvSpPr>
              <p:spPr bwMode="auto">
                <a:xfrm>
                  <a:off x="424439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442" name="Google Shape;2046;p24"/>
                <p:cNvSpPr/>
                <p:nvPr/>
              </p:nvSpPr>
              <p:spPr bwMode="auto">
                <a:xfrm>
                  <a:off x="51696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443" name="Google Shape;2047;p24"/>
                <p:cNvSpPr/>
                <p:nvPr/>
              </p:nvSpPr>
              <p:spPr bwMode="auto">
                <a:xfrm>
                  <a:off x="60948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1444" name="Google Shape;2048;p24"/>
              <p:cNvGrpSpPr/>
              <p:nvPr/>
            </p:nvGrpSpPr>
            <p:grpSpPr bwMode="auto">
              <a:xfrm>
                <a:off x="0" y="452160"/>
                <a:ext cx="883080" cy="50760"/>
                <a:chOff x="0" y="452160"/>
                <a:chExt cx="883080" cy="50760"/>
              </a:xfrm>
            </p:grpSpPr>
            <p:sp>
              <p:nvSpPr>
                <p:cNvPr id="1445" name="Google Shape;2049;p24"/>
                <p:cNvSpPr/>
                <p:nvPr/>
              </p:nvSpPr>
              <p:spPr bwMode="auto">
                <a:xfrm>
                  <a:off x="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446" name="Google Shape;2050;p24"/>
                <p:cNvSpPr/>
                <p:nvPr/>
              </p:nvSpPr>
              <p:spPr bwMode="auto">
                <a:xfrm>
                  <a:off x="9252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447" name="Google Shape;2051;p24"/>
                <p:cNvSpPr/>
                <p:nvPr/>
              </p:nvSpPr>
              <p:spPr bwMode="auto">
                <a:xfrm>
                  <a:off x="18504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448" name="Google Shape;2052;p24"/>
                <p:cNvSpPr/>
                <p:nvPr/>
              </p:nvSpPr>
              <p:spPr bwMode="auto">
                <a:xfrm>
                  <a:off x="27720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449" name="Google Shape;2053;p24"/>
                <p:cNvSpPr/>
                <p:nvPr/>
              </p:nvSpPr>
              <p:spPr bwMode="auto">
                <a:xfrm>
                  <a:off x="36972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450" name="Google Shape;2054;p24"/>
                <p:cNvSpPr/>
                <p:nvPr/>
              </p:nvSpPr>
              <p:spPr bwMode="auto">
                <a:xfrm>
                  <a:off x="46224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451" name="Google Shape;2055;p24"/>
                <p:cNvSpPr/>
                <p:nvPr/>
              </p:nvSpPr>
              <p:spPr bwMode="auto">
                <a:xfrm>
                  <a:off x="55476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452" name="Google Shape;2056;p24"/>
                <p:cNvSpPr/>
                <p:nvPr/>
              </p:nvSpPr>
              <p:spPr bwMode="auto">
                <a:xfrm>
                  <a:off x="64728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453" name="Google Shape;2057;p24"/>
                <p:cNvSpPr/>
                <p:nvPr/>
              </p:nvSpPr>
              <p:spPr bwMode="auto">
                <a:xfrm>
                  <a:off x="73980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454" name="Google Shape;2058;p24"/>
                <p:cNvSpPr/>
                <p:nvPr/>
              </p:nvSpPr>
              <p:spPr bwMode="auto">
                <a:xfrm>
                  <a:off x="83232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  <p:sp>
        <p:nvSpPr>
          <p:cNvPr id="354140905" name="Google Shape;2059;p24"/>
          <p:cNvSpPr/>
          <p:nvPr/>
        </p:nvSpPr>
        <p:spPr bwMode="auto">
          <a:xfrm>
            <a:off x="855720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349068681" name="Google Shape;2060;p24"/>
          <p:cNvGrpSpPr/>
          <p:nvPr/>
        </p:nvGrpSpPr>
        <p:grpSpPr bwMode="auto">
          <a:xfrm>
            <a:off x="8041320" y="183600"/>
            <a:ext cx="1520640" cy="301680"/>
            <a:chOff x="8041320" y="183600"/>
            <a:chExt cx="1520640" cy="301680"/>
          </a:xfrm>
        </p:grpSpPr>
        <p:sp>
          <p:nvSpPr>
            <p:cNvPr id="1457" name="Google Shape;2061;p24"/>
            <p:cNvSpPr/>
            <p:nvPr/>
          </p:nvSpPr>
          <p:spPr bwMode="auto">
            <a:xfrm>
              <a:off x="8134920" y="2300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58" name="Google Shape;2062;p24"/>
            <p:cNvSpPr/>
            <p:nvPr/>
          </p:nvSpPr>
          <p:spPr bwMode="auto">
            <a:xfrm>
              <a:off x="9470520" y="393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59" name="Google Shape;2063;p24"/>
            <p:cNvSpPr/>
            <p:nvPr/>
          </p:nvSpPr>
          <p:spPr bwMode="auto">
            <a:xfrm>
              <a:off x="9494280" y="4186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60" name="Google Shape;2064;p24"/>
            <p:cNvSpPr/>
            <p:nvPr/>
          </p:nvSpPr>
          <p:spPr bwMode="auto">
            <a:xfrm>
              <a:off x="8041320" y="1836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61" name="Google Shape;2065;p24"/>
            <p:cNvSpPr/>
            <p:nvPr/>
          </p:nvSpPr>
          <p:spPr bwMode="auto">
            <a:xfrm>
              <a:off x="8065440" y="2084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670248195" name="Google Shape;2066;p24"/>
          <p:cNvGrpSpPr/>
          <p:nvPr/>
        </p:nvGrpSpPr>
        <p:grpSpPr bwMode="auto">
          <a:xfrm>
            <a:off x="8681400" y="2524680"/>
            <a:ext cx="241560" cy="882720"/>
            <a:chOff x="8681400" y="2524680"/>
            <a:chExt cx="241560" cy="882720"/>
          </a:xfrm>
        </p:grpSpPr>
        <p:sp>
          <p:nvSpPr>
            <p:cNvPr id="1463" name="Google Shape;2067;p24"/>
            <p:cNvSpPr/>
            <p:nvPr/>
          </p:nvSpPr>
          <p:spPr bwMode="auto">
            <a:xfrm rot="5400000">
              <a:off x="8726040" y="247968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64" name="Google Shape;2068;p24"/>
            <p:cNvSpPr/>
            <p:nvPr/>
          </p:nvSpPr>
          <p:spPr bwMode="auto">
            <a:xfrm rot="5400000">
              <a:off x="8726760" y="26262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65" name="Google Shape;2069;p24"/>
            <p:cNvSpPr/>
            <p:nvPr/>
          </p:nvSpPr>
          <p:spPr bwMode="auto">
            <a:xfrm rot="5400000">
              <a:off x="8726760" y="2772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66" name="Google Shape;2070;p24"/>
            <p:cNvSpPr/>
            <p:nvPr/>
          </p:nvSpPr>
          <p:spPr bwMode="auto">
            <a:xfrm rot="5400000">
              <a:off x="8726760" y="2918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67" name="Google Shape;2071;p24"/>
            <p:cNvSpPr/>
            <p:nvPr/>
          </p:nvSpPr>
          <p:spPr bwMode="auto">
            <a:xfrm rot="5400000">
              <a:off x="8726760" y="3065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68" name="Google Shape;2072;p24"/>
            <p:cNvSpPr/>
            <p:nvPr/>
          </p:nvSpPr>
          <p:spPr bwMode="auto">
            <a:xfrm rot="5400000">
              <a:off x="8726760" y="32112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200221344" name="Google Shape;2073;p24"/>
          <p:cNvGrpSpPr/>
          <p:nvPr/>
        </p:nvGrpSpPr>
        <p:grpSpPr bwMode="auto">
          <a:xfrm>
            <a:off x="8267400" y="4678920"/>
            <a:ext cx="1105560" cy="133560"/>
            <a:chOff x="8267400" y="4678920"/>
            <a:chExt cx="1105560" cy="133560"/>
          </a:xfrm>
        </p:grpSpPr>
        <p:grpSp>
          <p:nvGrpSpPr>
            <p:cNvPr id="1470" name="Google Shape;2074;p24"/>
            <p:cNvGrpSpPr/>
            <p:nvPr/>
          </p:nvGrpSpPr>
          <p:grpSpPr bwMode="auto">
            <a:xfrm>
              <a:off x="8267400" y="4761720"/>
              <a:ext cx="883080" cy="50760"/>
              <a:chOff x="8267400" y="4761720"/>
              <a:chExt cx="883080" cy="50760"/>
            </a:xfrm>
          </p:grpSpPr>
          <p:sp>
            <p:nvSpPr>
              <p:cNvPr id="1471" name="Google Shape;2075;p24"/>
              <p:cNvSpPr/>
              <p:nvPr/>
            </p:nvSpPr>
            <p:spPr bwMode="auto">
              <a:xfrm>
                <a:off x="826740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2" name="Google Shape;2076;p24"/>
              <p:cNvSpPr/>
              <p:nvPr/>
            </p:nvSpPr>
            <p:spPr bwMode="auto">
              <a:xfrm>
                <a:off x="835992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3" name="Google Shape;2077;p24"/>
              <p:cNvSpPr/>
              <p:nvPr/>
            </p:nvSpPr>
            <p:spPr bwMode="auto">
              <a:xfrm>
                <a:off x="845244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4" name="Google Shape;2078;p24"/>
              <p:cNvSpPr/>
              <p:nvPr/>
            </p:nvSpPr>
            <p:spPr bwMode="auto">
              <a:xfrm>
                <a:off x="854496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5" name="Google Shape;2079;p24"/>
              <p:cNvSpPr/>
              <p:nvPr/>
            </p:nvSpPr>
            <p:spPr bwMode="auto">
              <a:xfrm>
                <a:off x="863712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6" name="Google Shape;2080;p24"/>
              <p:cNvSpPr/>
              <p:nvPr/>
            </p:nvSpPr>
            <p:spPr bwMode="auto">
              <a:xfrm>
                <a:off x="872964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7" name="Google Shape;2081;p24"/>
              <p:cNvSpPr/>
              <p:nvPr/>
            </p:nvSpPr>
            <p:spPr bwMode="auto">
              <a:xfrm>
                <a:off x="882216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8" name="Google Shape;2082;p24"/>
              <p:cNvSpPr/>
              <p:nvPr/>
            </p:nvSpPr>
            <p:spPr bwMode="auto">
              <a:xfrm>
                <a:off x="891468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9" name="Google Shape;2083;p24"/>
              <p:cNvSpPr/>
              <p:nvPr/>
            </p:nvSpPr>
            <p:spPr bwMode="auto">
              <a:xfrm>
                <a:off x="900720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0" name="Google Shape;2084;p24"/>
              <p:cNvSpPr/>
              <p:nvPr/>
            </p:nvSpPr>
            <p:spPr bwMode="auto">
              <a:xfrm>
                <a:off x="909972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481" name="Google Shape;2085;p24"/>
            <p:cNvGrpSpPr/>
            <p:nvPr/>
          </p:nvGrpSpPr>
          <p:grpSpPr bwMode="auto">
            <a:xfrm>
              <a:off x="8490240" y="4678920"/>
              <a:ext cx="882720" cy="50760"/>
              <a:chOff x="8490240" y="4678920"/>
              <a:chExt cx="882720" cy="50760"/>
            </a:xfrm>
          </p:grpSpPr>
          <p:sp>
            <p:nvSpPr>
              <p:cNvPr id="1482" name="Google Shape;2086;p24"/>
              <p:cNvSpPr/>
              <p:nvPr/>
            </p:nvSpPr>
            <p:spPr bwMode="auto">
              <a:xfrm>
                <a:off x="849024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3" name="Google Shape;2087;p24"/>
              <p:cNvSpPr/>
              <p:nvPr/>
            </p:nvSpPr>
            <p:spPr bwMode="auto">
              <a:xfrm>
                <a:off x="858240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4" name="Google Shape;2088;p24"/>
              <p:cNvSpPr/>
              <p:nvPr/>
            </p:nvSpPr>
            <p:spPr bwMode="auto">
              <a:xfrm>
                <a:off x="867492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5" name="Google Shape;2089;p24"/>
              <p:cNvSpPr/>
              <p:nvPr/>
            </p:nvSpPr>
            <p:spPr bwMode="auto">
              <a:xfrm>
                <a:off x="876744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6" name="Google Shape;2090;p24"/>
              <p:cNvSpPr/>
              <p:nvPr/>
            </p:nvSpPr>
            <p:spPr bwMode="auto">
              <a:xfrm>
                <a:off x="885996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7" name="Google Shape;2091;p24"/>
              <p:cNvSpPr/>
              <p:nvPr/>
            </p:nvSpPr>
            <p:spPr bwMode="auto">
              <a:xfrm>
                <a:off x="895248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8" name="Google Shape;2092;p24"/>
              <p:cNvSpPr/>
              <p:nvPr/>
            </p:nvSpPr>
            <p:spPr bwMode="auto">
              <a:xfrm>
                <a:off x="904500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9" name="Google Shape;2093;p24"/>
              <p:cNvSpPr/>
              <p:nvPr/>
            </p:nvSpPr>
            <p:spPr bwMode="auto">
              <a:xfrm>
                <a:off x="913752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90" name="Google Shape;2094;p24"/>
              <p:cNvSpPr/>
              <p:nvPr/>
            </p:nvSpPr>
            <p:spPr bwMode="auto">
              <a:xfrm>
                <a:off x="922968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91" name="Google Shape;2095;p24"/>
              <p:cNvSpPr/>
              <p:nvPr/>
            </p:nvSpPr>
            <p:spPr bwMode="auto">
              <a:xfrm>
                <a:off x="932220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514884768" name="Google Shape;2096;p24"/>
          <p:cNvGrpSpPr/>
          <p:nvPr/>
        </p:nvGrpSpPr>
        <p:grpSpPr bwMode="auto">
          <a:xfrm>
            <a:off x="5023440" y="239040"/>
            <a:ext cx="1252440" cy="50760"/>
            <a:chOff x="5023440" y="239040"/>
            <a:chExt cx="1252440" cy="50760"/>
          </a:xfrm>
        </p:grpSpPr>
        <p:sp>
          <p:nvSpPr>
            <p:cNvPr id="1493" name="Google Shape;2097;p24"/>
            <p:cNvSpPr/>
            <p:nvPr/>
          </p:nvSpPr>
          <p:spPr bwMode="auto">
            <a:xfrm>
              <a:off x="502344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94" name="Google Shape;2098;p24"/>
            <p:cNvSpPr/>
            <p:nvPr/>
          </p:nvSpPr>
          <p:spPr bwMode="auto">
            <a:xfrm>
              <a:off x="511560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95" name="Google Shape;2099;p24"/>
            <p:cNvSpPr/>
            <p:nvPr/>
          </p:nvSpPr>
          <p:spPr bwMode="auto">
            <a:xfrm>
              <a:off x="520812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96" name="Google Shape;2100;p24"/>
            <p:cNvSpPr/>
            <p:nvPr/>
          </p:nvSpPr>
          <p:spPr bwMode="auto">
            <a:xfrm>
              <a:off x="530064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97" name="Google Shape;2101;p24"/>
            <p:cNvSpPr/>
            <p:nvPr/>
          </p:nvSpPr>
          <p:spPr bwMode="auto">
            <a:xfrm>
              <a:off x="539316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98" name="Google Shape;2102;p24"/>
            <p:cNvSpPr/>
            <p:nvPr/>
          </p:nvSpPr>
          <p:spPr bwMode="auto">
            <a:xfrm>
              <a:off x="548568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99" name="Google Shape;2103;p24"/>
            <p:cNvSpPr/>
            <p:nvPr/>
          </p:nvSpPr>
          <p:spPr bwMode="auto">
            <a:xfrm>
              <a:off x="557820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00" name="Google Shape;2104;p24"/>
            <p:cNvSpPr/>
            <p:nvPr/>
          </p:nvSpPr>
          <p:spPr bwMode="auto">
            <a:xfrm>
              <a:off x="567072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01" name="Google Shape;2105;p24"/>
            <p:cNvSpPr/>
            <p:nvPr/>
          </p:nvSpPr>
          <p:spPr bwMode="auto">
            <a:xfrm>
              <a:off x="576288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02" name="Google Shape;2106;p24"/>
            <p:cNvSpPr/>
            <p:nvPr/>
          </p:nvSpPr>
          <p:spPr bwMode="auto">
            <a:xfrm>
              <a:off x="585540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03" name="Google Shape;2107;p24"/>
            <p:cNvSpPr/>
            <p:nvPr/>
          </p:nvSpPr>
          <p:spPr bwMode="auto">
            <a:xfrm>
              <a:off x="594792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04" name="Google Shape;2108;p24"/>
            <p:cNvSpPr/>
            <p:nvPr/>
          </p:nvSpPr>
          <p:spPr bwMode="auto">
            <a:xfrm>
              <a:off x="604044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05" name="Google Shape;2109;p24"/>
            <p:cNvSpPr/>
            <p:nvPr/>
          </p:nvSpPr>
          <p:spPr bwMode="auto">
            <a:xfrm>
              <a:off x="613296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06" name="Google Shape;2110;p24"/>
            <p:cNvSpPr/>
            <p:nvPr/>
          </p:nvSpPr>
          <p:spPr bwMode="auto">
            <a:xfrm>
              <a:off x="622512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310197397" name="PlaceHolder 1"/>
          <p:cNvSpPr>
            <a:spLocks noGrp="1"/>
          </p:cNvSpPr>
          <p:nvPr>
            <p:ph type="title"/>
          </p:nvPr>
        </p:nvSpPr>
        <p:spPr bwMode="auto"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  <a:effectLst>
            <a:outerShdw blurRad="8568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32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_14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88277136" name="Google Shape;2113;p25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509" name="Google Shape;2114;p25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10" name="Google Shape;2115;p25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11" name="Google Shape;2116;p25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12" name="Google Shape;2117;p25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13" name="Google Shape;2118;p25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14" name="Google Shape;2119;p25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15" name="Google Shape;2120;p25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16" name="Google Shape;2121;p25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17" name="Google Shape;2122;p25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18" name="Google Shape;2123;p25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19" name="Google Shape;2124;p25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20" name="Google Shape;2125;p25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21" name="Google Shape;2126;p25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22" name="Google Shape;2127;p25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23" name="Google Shape;2128;p25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24" name="Google Shape;2129;p25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25" name="Google Shape;2130;p25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26" name="Google Shape;2131;p25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27" name="Google Shape;2132;p25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28" name="Google Shape;2133;p25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29" name="Google Shape;2134;p25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30" name="Google Shape;2135;p25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31" name="Google Shape;2136;p25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32" name="Google Shape;2137;p25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33" name="Google Shape;2138;p25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34" name="Google Shape;2139;p25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35" name="Google Shape;2140;p25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36" name="Google Shape;2141;p25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37" name="Google Shape;2142;p25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38" name="Google Shape;2143;p25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39" name="Google Shape;2144;p25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40" name="Google Shape;2145;p25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41" name="Google Shape;2146;p25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42" name="Google Shape;2147;p25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43" name="Google Shape;2148;p25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44" name="Google Shape;2149;p25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45" name="Google Shape;2150;p25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46" name="Google Shape;2151;p25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2104885563" name="Google Shape;2152;p25"/>
          <p:cNvSpPr/>
          <p:nvPr/>
        </p:nvSpPr>
        <p:spPr bwMode="auto">
          <a:xfrm rot="16199998">
            <a:off x="120240" y="734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712871470" name="Google Shape;2153;p25"/>
          <p:cNvGrpSpPr/>
          <p:nvPr/>
        </p:nvGrpSpPr>
        <p:grpSpPr bwMode="auto">
          <a:xfrm>
            <a:off x="-141480" y="3885120"/>
            <a:ext cx="552600" cy="98640"/>
            <a:chOff x="-141480" y="3885120"/>
            <a:chExt cx="552600" cy="98640"/>
          </a:xfrm>
        </p:grpSpPr>
        <p:sp>
          <p:nvSpPr>
            <p:cNvPr id="1549" name="Google Shape;2154;p25"/>
            <p:cNvSpPr/>
            <p:nvPr/>
          </p:nvSpPr>
          <p:spPr bwMode="auto">
            <a:xfrm rot="5400000">
              <a:off x="312480" y="38851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50" name="Google Shape;2155;p25"/>
            <p:cNvSpPr/>
            <p:nvPr/>
          </p:nvSpPr>
          <p:spPr bwMode="auto">
            <a:xfrm rot="5400000">
              <a:off x="339120" y="39121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51" name="Google Shape;2156;p25"/>
            <p:cNvSpPr/>
            <p:nvPr/>
          </p:nvSpPr>
          <p:spPr bwMode="auto">
            <a:xfrm rot="5400000">
              <a:off x="-141480" y="3888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52" name="Google Shape;2157;p25"/>
            <p:cNvSpPr/>
            <p:nvPr/>
          </p:nvSpPr>
          <p:spPr bwMode="auto">
            <a:xfrm rot="5400000">
              <a:off x="-117720" y="39121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53" name="Google Shape;2158;p25"/>
            <p:cNvSpPr/>
            <p:nvPr/>
          </p:nvSpPr>
          <p:spPr bwMode="auto">
            <a:xfrm rot="5400000">
              <a:off x="134640" y="37494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547548535" name="Google Shape;2159;p25"/>
          <p:cNvGrpSpPr/>
          <p:nvPr/>
        </p:nvGrpSpPr>
        <p:grpSpPr bwMode="auto">
          <a:xfrm>
            <a:off x="-538920" y="567000"/>
            <a:ext cx="1822680" cy="295920"/>
            <a:chOff x="-538920" y="567000"/>
            <a:chExt cx="1822680" cy="295920"/>
          </a:xfrm>
        </p:grpSpPr>
        <p:sp>
          <p:nvSpPr>
            <p:cNvPr id="1555" name="Google Shape;2160;p25"/>
            <p:cNvSpPr/>
            <p:nvPr/>
          </p:nvSpPr>
          <p:spPr bwMode="auto">
            <a:xfrm flipH="1">
              <a:off x="-538560" y="71280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56" name="Google Shape;2161;p25"/>
            <p:cNvSpPr/>
            <p:nvPr/>
          </p:nvSpPr>
          <p:spPr bwMode="auto">
            <a:xfrm flipH="1">
              <a:off x="596160" y="56700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57" name="Google Shape;2162;p25"/>
            <p:cNvSpPr/>
            <p:nvPr/>
          </p:nvSpPr>
          <p:spPr bwMode="auto">
            <a:xfrm flipH="1">
              <a:off x="619200" y="59148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 fill="norm" stroke="1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58" name="Google Shape;2163;p25"/>
            <p:cNvSpPr/>
            <p:nvPr/>
          </p:nvSpPr>
          <p:spPr bwMode="auto">
            <a:xfrm flipH="1">
              <a:off x="1192320" y="6663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59" name="Google Shape;2164;p25"/>
            <p:cNvSpPr/>
            <p:nvPr/>
          </p:nvSpPr>
          <p:spPr bwMode="auto">
            <a:xfrm flipH="1">
              <a:off x="1215720" y="69120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60" name="Google Shape;2165;p25"/>
            <p:cNvSpPr/>
            <p:nvPr/>
          </p:nvSpPr>
          <p:spPr bwMode="auto">
            <a:xfrm flipH="1">
              <a:off x="-539280" y="613080"/>
              <a:ext cx="1134360" cy="174960"/>
            </a:xfrm>
            <a:custGeom>
              <a:avLst/>
              <a:gdLst>
                <a:gd name="textAreaLeft" fmla="*/ -360 w 1134360"/>
                <a:gd name="textAreaRight" fmla="*/ 113436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w="36417" h="5628" fill="none" stroke="1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266458021" name="Google Shape;2166;p25"/>
          <p:cNvGrpSpPr/>
          <p:nvPr/>
        </p:nvGrpSpPr>
        <p:grpSpPr bwMode="auto">
          <a:xfrm>
            <a:off x="4572360" y="4820760"/>
            <a:ext cx="552600" cy="98640"/>
            <a:chOff x="4572360" y="4820760"/>
            <a:chExt cx="552600" cy="98640"/>
          </a:xfrm>
        </p:grpSpPr>
        <p:sp>
          <p:nvSpPr>
            <p:cNvPr id="1562" name="Google Shape;2167;p25"/>
            <p:cNvSpPr/>
            <p:nvPr/>
          </p:nvSpPr>
          <p:spPr bwMode="auto">
            <a:xfrm rot="5400000">
              <a:off x="5026320" y="48207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63" name="Google Shape;2168;p25"/>
            <p:cNvSpPr/>
            <p:nvPr/>
          </p:nvSpPr>
          <p:spPr bwMode="auto">
            <a:xfrm rot="5400000">
              <a:off x="5052960" y="48477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64" name="Google Shape;2169;p25"/>
            <p:cNvSpPr/>
            <p:nvPr/>
          </p:nvSpPr>
          <p:spPr bwMode="auto">
            <a:xfrm rot="5400000">
              <a:off x="4572360" y="4824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65" name="Google Shape;2170;p25"/>
            <p:cNvSpPr/>
            <p:nvPr/>
          </p:nvSpPr>
          <p:spPr bwMode="auto">
            <a:xfrm rot="5400000">
              <a:off x="4596480" y="48477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66" name="Google Shape;2171;p25"/>
            <p:cNvSpPr/>
            <p:nvPr/>
          </p:nvSpPr>
          <p:spPr bwMode="auto">
            <a:xfrm rot="5400000">
              <a:off x="4848480" y="46854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221132721" name="Google Shape;2172;p25"/>
          <p:cNvGrpSpPr/>
          <p:nvPr/>
        </p:nvGrpSpPr>
        <p:grpSpPr bwMode="auto">
          <a:xfrm>
            <a:off x="433080" y="4755960"/>
            <a:ext cx="1105560" cy="133920"/>
            <a:chOff x="433080" y="4755960"/>
            <a:chExt cx="1105560" cy="133920"/>
          </a:xfrm>
        </p:grpSpPr>
        <p:grpSp>
          <p:nvGrpSpPr>
            <p:cNvPr id="1568" name="Google Shape;2173;p25"/>
            <p:cNvGrpSpPr/>
            <p:nvPr/>
          </p:nvGrpSpPr>
          <p:grpSpPr bwMode="auto">
            <a:xfrm>
              <a:off x="433080" y="4839120"/>
              <a:ext cx="882720" cy="50760"/>
              <a:chOff x="433080" y="4839120"/>
              <a:chExt cx="882720" cy="50760"/>
            </a:xfrm>
          </p:grpSpPr>
          <p:sp>
            <p:nvSpPr>
              <p:cNvPr id="1569" name="Google Shape;2174;p25"/>
              <p:cNvSpPr/>
              <p:nvPr/>
            </p:nvSpPr>
            <p:spPr bwMode="auto">
              <a:xfrm>
                <a:off x="43308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70" name="Google Shape;2175;p25"/>
              <p:cNvSpPr/>
              <p:nvPr/>
            </p:nvSpPr>
            <p:spPr bwMode="auto">
              <a:xfrm>
                <a:off x="52524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71" name="Google Shape;2176;p25"/>
              <p:cNvSpPr/>
              <p:nvPr/>
            </p:nvSpPr>
            <p:spPr bwMode="auto">
              <a:xfrm>
                <a:off x="61776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72" name="Google Shape;2177;p25"/>
              <p:cNvSpPr/>
              <p:nvPr/>
            </p:nvSpPr>
            <p:spPr bwMode="auto">
              <a:xfrm>
                <a:off x="71028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73" name="Google Shape;2178;p25"/>
              <p:cNvSpPr/>
              <p:nvPr/>
            </p:nvSpPr>
            <p:spPr bwMode="auto">
              <a:xfrm>
                <a:off x="80280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74" name="Google Shape;2179;p25"/>
              <p:cNvSpPr/>
              <p:nvPr/>
            </p:nvSpPr>
            <p:spPr bwMode="auto">
              <a:xfrm>
                <a:off x="89532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75" name="Google Shape;2180;p25"/>
              <p:cNvSpPr/>
              <p:nvPr/>
            </p:nvSpPr>
            <p:spPr bwMode="auto">
              <a:xfrm>
                <a:off x="98784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76" name="Google Shape;2181;p25"/>
              <p:cNvSpPr/>
              <p:nvPr/>
            </p:nvSpPr>
            <p:spPr bwMode="auto">
              <a:xfrm>
                <a:off x="108036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77" name="Google Shape;2182;p25"/>
              <p:cNvSpPr/>
              <p:nvPr/>
            </p:nvSpPr>
            <p:spPr bwMode="auto">
              <a:xfrm>
                <a:off x="117252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78" name="Google Shape;2183;p25"/>
              <p:cNvSpPr/>
              <p:nvPr/>
            </p:nvSpPr>
            <p:spPr bwMode="auto">
              <a:xfrm>
                <a:off x="126504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579" name="Google Shape;2184;p25"/>
            <p:cNvGrpSpPr/>
            <p:nvPr/>
          </p:nvGrpSpPr>
          <p:grpSpPr bwMode="auto">
            <a:xfrm>
              <a:off x="655560" y="4755960"/>
              <a:ext cx="883080" cy="50760"/>
              <a:chOff x="655560" y="4755960"/>
              <a:chExt cx="883080" cy="50760"/>
            </a:xfrm>
          </p:grpSpPr>
          <p:sp>
            <p:nvSpPr>
              <p:cNvPr id="1580" name="Google Shape;2185;p25"/>
              <p:cNvSpPr/>
              <p:nvPr/>
            </p:nvSpPr>
            <p:spPr bwMode="auto">
              <a:xfrm>
                <a:off x="65556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81" name="Google Shape;2186;p25"/>
              <p:cNvSpPr/>
              <p:nvPr/>
            </p:nvSpPr>
            <p:spPr bwMode="auto">
              <a:xfrm>
                <a:off x="74808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82" name="Google Shape;2187;p25"/>
              <p:cNvSpPr/>
              <p:nvPr/>
            </p:nvSpPr>
            <p:spPr bwMode="auto">
              <a:xfrm>
                <a:off x="84060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83" name="Google Shape;2188;p25"/>
              <p:cNvSpPr/>
              <p:nvPr/>
            </p:nvSpPr>
            <p:spPr bwMode="auto">
              <a:xfrm>
                <a:off x="93312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84" name="Google Shape;2189;p25"/>
              <p:cNvSpPr/>
              <p:nvPr/>
            </p:nvSpPr>
            <p:spPr bwMode="auto">
              <a:xfrm>
                <a:off x="102564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85" name="Google Shape;2190;p25"/>
              <p:cNvSpPr/>
              <p:nvPr/>
            </p:nvSpPr>
            <p:spPr bwMode="auto">
              <a:xfrm>
                <a:off x="111780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86" name="Google Shape;2191;p25"/>
              <p:cNvSpPr/>
              <p:nvPr/>
            </p:nvSpPr>
            <p:spPr bwMode="auto">
              <a:xfrm>
                <a:off x="121032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87" name="Google Shape;2192;p25"/>
              <p:cNvSpPr/>
              <p:nvPr/>
            </p:nvSpPr>
            <p:spPr bwMode="auto">
              <a:xfrm>
                <a:off x="130284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88" name="Google Shape;2193;p25"/>
              <p:cNvSpPr/>
              <p:nvPr/>
            </p:nvSpPr>
            <p:spPr bwMode="auto">
              <a:xfrm>
                <a:off x="139536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89" name="Google Shape;2194;p25"/>
              <p:cNvSpPr/>
              <p:nvPr/>
            </p:nvSpPr>
            <p:spPr bwMode="auto">
              <a:xfrm>
                <a:off x="148788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1495587391" name="Google Shape;2195;p25"/>
          <p:cNvSpPr/>
          <p:nvPr/>
        </p:nvSpPr>
        <p:spPr bwMode="auto">
          <a:xfrm rot="5400000">
            <a:off x="8280360" y="42282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282916555" name="Google Shape;2196;p25"/>
          <p:cNvSpPr/>
          <p:nvPr/>
        </p:nvSpPr>
        <p:spPr bwMode="auto">
          <a:xfrm>
            <a:off x="8161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314396674" name="Google Shape;2197;p25"/>
          <p:cNvGrpSpPr/>
          <p:nvPr/>
        </p:nvGrpSpPr>
        <p:grpSpPr bwMode="auto">
          <a:xfrm>
            <a:off x="8395560" y="4749480"/>
            <a:ext cx="882720" cy="241560"/>
            <a:chOff x="8395560" y="4749480"/>
            <a:chExt cx="882720" cy="241560"/>
          </a:xfrm>
        </p:grpSpPr>
        <p:sp>
          <p:nvSpPr>
            <p:cNvPr id="1593" name="Google Shape;2198;p25"/>
            <p:cNvSpPr/>
            <p:nvPr/>
          </p:nvSpPr>
          <p:spPr bwMode="auto">
            <a:xfrm>
              <a:off x="8395560" y="474948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94" name="Google Shape;2199;p25"/>
            <p:cNvSpPr/>
            <p:nvPr/>
          </p:nvSpPr>
          <p:spPr bwMode="auto">
            <a:xfrm>
              <a:off x="8543160" y="4749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95" name="Google Shape;2200;p25"/>
            <p:cNvSpPr/>
            <p:nvPr/>
          </p:nvSpPr>
          <p:spPr bwMode="auto">
            <a:xfrm>
              <a:off x="8689320" y="4749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96" name="Google Shape;2201;p25"/>
            <p:cNvSpPr/>
            <p:nvPr/>
          </p:nvSpPr>
          <p:spPr bwMode="auto">
            <a:xfrm>
              <a:off x="8835480" y="4749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97" name="Google Shape;2202;p25"/>
            <p:cNvSpPr/>
            <p:nvPr/>
          </p:nvSpPr>
          <p:spPr bwMode="auto">
            <a:xfrm>
              <a:off x="8981640" y="4749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98" name="Google Shape;2203;p25"/>
            <p:cNvSpPr/>
            <p:nvPr/>
          </p:nvSpPr>
          <p:spPr bwMode="auto">
            <a:xfrm>
              <a:off x="9127800" y="4749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247799339" name="Google Shape;2204;p25"/>
          <p:cNvGrpSpPr/>
          <p:nvPr/>
        </p:nvGrpSpPr>
        <p:grpSpPr bwMode="auto">
          <a:xfrm>
            <a:off x="5988960" y="235800"/>
            <a:ext cx="1252800" cy="50760"/>
            <a:chOff x="5988960" y="235800"/>
            <a:chExt cx="1252800" cy="50760"/>
          </a:xfrm>
        </p:grpSpPr>
        <p:sp>
          <p:nvSpPr>
            <p:cNvPr id="1600" name="Google Shape;2205;p25"/>
            <p:cNvSpPr/>
            <p:nvPr/>
          </p:nvSpPr>
          <p:spPr bwMode="auto">
            <a:xfrm>
              <a:off x="598896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01" name="Google Shape;2206;p25"/>
            <p:cNvSpPr/>
            <p:nvPr/>
          </p:nvSpPr>
          <p:spPr bwMode="auto">
            <a:xfrm>
              <a:off x="608148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02" name="Google Shape;2207;p25"/>
            <p:cNvSpPr/>
            <p:nvPr/>
          </p:nvSpPr>
          <p:spPr bwMode="auto">
            <a:xfrm>
              <a:off x="617400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03" name="Google Shape;2208;p25"/>
            <p:cNvSpPr/>
            <p:nvPr/>
          </p:nvSpPr>
          <p:spPr bwMode="auto">
            <a:xfrm>
              <a:off x="626652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04" name="Google Shape;2209;p25"/>
            <p:cNvSpPr/>
            <p:nvPr/>
          </p:nvSpPr>
          <p:spPr bwMode="auto">
            <a:xfrm>
              <a:off x="6359039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05" name="Google Shape;2210;p25"/>
            <p:cNvSpPr/>
            <p:nvPr/>
          </p:nvSpPr>
          <p:spPr bwMode="auto">
            <a:xfrm>
              <a:off x="645156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06" name="Google Shape;2211;p25"/>
            <p:cNvSpPr/>
            <p:nvPr/>
          </p:nvSpPr>
          <p:spPr bwMode="auto">
            <a:xfrm>
              <a:off x="654408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07" name="Google Shape;2212;p25"/>
            <p:cNvSpPr/>
            <p:nvPr/>
          </p:nvSpPr>
          <p:spPr bwMode="auto">
            <a:xfrm>
              <a:off x="663624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08" name="Google Shape;2213;p25"/>
            <p:cNvSpPr/>
            <p:nvPr/>
          </p:nvSpPr>
          <p:spPr bwMode="auto">
            <a:xfrm>
              <a:off x="672876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09" name="Google Shape;2214;p25"/>
            <p:cNvSpPr/>
            <p:nvPr/>
          </p:nvSpPr>
          <p:spPr bwMode="auto">
            <a:xfrm>
              <a:off x="682128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10" name="Google Shape;2215;p25"/>
            <p:cNvSpPr/>
            <p:nvPr/>
          </p:nvSpPr>
          <p:spPr bwMode="auto">
            <a:xfrm>
              <a:off x="691380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11" name="Google Shape;2216;p25"/>
            <p:cNvSpPr/>
            <p:nvPr/>
          </p:nvSpPr>
          <p:spPr bwMode="auto">
            <a:xfrm>
              <a:off x="700632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12" name="Google Shape;2217;p25"/>
            <p:cNvSpPr/>
            <p:nvPr/>
          </p:nvSpPr>
          <p:spPr bwMode="auto">
            <a:xfrm>
              <a:off x="709848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13" name="Google Shape;2218;p25"/>
            <p:cNvSpPr/>
            <p:nvPr/>
          </p:nvSpPr>
          <p:spPr bwMode="auto">
            <a:xfrm>
              <a:off x="719100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281786292" name="PlaceHolder 1"/>
          <p:cNvSpPr>
            <a:spLocks noGrp="1"/>
          </p:cNvSpPr>
          <p:nvPr>
            <p:ph type="title"/>
          </p:nvPr>
        </p:nvSpPr>
        <p:spPr bwMode="auto"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  <a:effectLst>
            <a:outerShdw blurRad="85680" dist="0" dir="0" rotWithShape="0">
              <a:srgbClr val="8FFFFF">
                <a:alpha val="41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32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_1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88263940" name="Google Shape;931;p13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66" name="Google Shape;932;p13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7" name="Google Shape;933;p13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8" name="Google Shape;934;p13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9" name="Google Shape;935;p13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0" name="Google Shape;936;p13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1" name="Google Shape;937;p13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2" name="Google Shape;938;p13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3" name="Google Shape;939;p13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4" name="Google Shape;940;p13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5" name="Google Shape;941;p13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6" name="Google Shape;942;p13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7" name="Google Shape;943;p13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8" name="Google Shape;944;p13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9" name="Google Shape;945;p13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80" name="Google Shape;946;p13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81" name="Google Shape;947;p13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82" name="Google Shape;948;p13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83" name="Google Shape;949;p13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84" name="Google Shape;950;p13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85" name="Google Shape;951;p13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86" name="Google Shape;952;p13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87" name="Google Shape;953;p13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88" name="Google Shape;954;p13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89" name="Google Shape;955;p13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0" name="Google Shape;956;p13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1" name="Google Shape;957;p13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2" name="Google Shape;958;p13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3" name="Google Shape;959;p13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4" name="Google Shape;960;p13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5" name="Google Shape;961;p13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6" name="Google Shape;962;p13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7" name="Google Shape;963;p13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8" name="Google Shape;964;p13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9" name="Google Shape;965;p13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00" name="Google Shape;966;p13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01" name="Google Shape;967;p13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02" name="Google Shape;968;p13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03" name="Google Shape;969;p13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966660572" name="PlaceHolder 1"/>
          <p:cNvSpPr>
            <a:spLocks noGrp="1"/>
          </p:cNvSpPr>
          <p:nvPr>
            <p:ph type="title"/>
          </p:nvPr>
        </p:nvSpPr>
        <p:spPr bwMode="auto"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32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97355639" name="PlaceHolder 2"/>
          <p:cNvSpPr>
            <a:spLocks noGrp="1"/>
          </p:cNvSpPr>
          <p:nvPr>
            <p:ph type="title"/>
          </p:nvPr>
        </p:nvSpPr>
        <p:spPr bwMode="auto">
          <a:xfrm>
            <a:off x="776520" y="1982520"/>
            <a:ext cx="223308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5145319" name="PlaceHolder 3"/>
          <p:cNvSpPr>
            <a:spLocks noGrp="1"/>
          </p:cNvSpPr>
          <p:nvPr>
            <p:ph type="title"/>
          </p:nvPr>
        </p:nvSpPr>
        <p:spPr bwMode="auto">
          <a:xfrm>
            <a:off x="776520" y="1345320"/>
            <a:ext cx="2233080" cy="48456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  <a:defRPr/>
            </a:pPr>
            <a:r>
              <a:rPr lang="fr-FR" sz="3500" b="1" u="none" strike="noStrike">
                <a:solidFill>
                  <a:schemeClr val="accent2"/>
                </a:solidFill>
                <a:latin typeface="Exo"/>
                <a:ea typeface="Exo"/>
              </a:rPr>
              <a:t>xx%</a:t>
            </a:r>
            <a:endParaRPr lang="fr-FR" sz="35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38712853" name="PlaceHolder 4"/>
          <p:cNvSpPr>
            <a:spLocks noGrp="1"/>
          </p:cNvSpPr>
          <p:nvPr>
            <p:ph type="title"/>
          </p:nvPr>
        </p:nvSpPr>
        <p:spPr bwMode="auto">
          <a:xfrm>
            <a:off x="3471120" y="1982520"/>
            <a:ext cx="220140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11485723" name="PlaceHolder 5"/>
          <p:cNvSpPr>
            <a:spLocks noGrp="1"/>
          </p:cNvSpPr>
          <p:nvPr>
            <p:ph type="title"/>
          </p:nvPr>
        </p:nvSpPr>
        <p:spPr bwMode="auto">
          <a:xfrm>
            <a:off x="3471120" y="1345320"/>
            <a:ext cx="2201400" cy="48456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  <a:defRPr/>
            </a:pPr>
            <a:r>
              <a:rPr lang="fr-FR" sz="3500" b="1" u="none" strike="noStrike">
                <a:solidFill>
                  <a:schemeClr val="accent2"/>
                </a:solidFill>
                <a:latin typeface="Exo"/>
                <a:ea typeface="Exo"/>
              </a:rPr>
              <a:t>xx%</a:t>
            </a:r>
            <a:endParaRPr lang="fr-FR" sz="35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79987511" name="PlaceHolder 6"/>
          <p:cNvSpPr>
            <a:spLocks noGrp="1"/>
          </p:cNvSpPr>
          <p:nvPr>
            <p:ph type="title"/>
          </p:nvPr>
        </p:nvSpPr>
        <p:spPr bwMode="auto">
          <a:xfrm>
            <a:off x="6149880" y="1982520"/>
            <a:ext cx="220140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89994018" name="PlaceHolder 7"/>
          <p:cNvSpPr>
            <a:spLocks noGrp="1"/>
          </p:cNvSpPr>
          <p:nvPr>
            <p:ph type="title"/>
          </p:nvPr>
        </p:nvSpPr>
        <p:spPr bwMode="auto">
          <a:xfrm>
            <a:off x="6149880" y="1345320"/>
            <a:ext cx="2201400" cy="48456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  <a:defRPr/>
            </a:pPr>
            <a:r>
              <a:rPr lang="fr-FR" sz="3500" b="1" u="none" strike="noStrike">
                <a:solidFill>
                  <a:schemeClr val="accent2"/>
                </a:solidFill>
                <a:latin typeface="Exo"/>
                <a:ea typeface="Exo"/>
              </a:rPr>
              <a:t>xx%</a:t>
            </a:r>
            <a:endParaRPr lang="fr-FR" sz="35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72052045" name="PlaceHolder 8"/>
          <p:cNvSpPr>
            <a:spLocks noGrp="1"/>
          </p:cNvSpPr>
          <p:nvPr>
            <p:ph type="title"/>
          </p:nvPr>
        </p:nvSpPr>
        <p:spPr bwMode="auto">
          <a:xfrm>
            <a:off x="776520" y="3618000"/>
            <a:ext cx="223308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80013703" name="PlaceHolder 9"/>
          <p:cNvSpPr>
            <a:spLocks noGrp="1"/>
          </p:cNvSpPr>
          <p:nvPr>
            <p:ph type="title"/>
          </p:nvPr>
        </p:nvSpPr>
        <p:spPr bwMode="auto">
          <a:xfrm>
            <a:off x="776520" y="2980800"/>
            <a:ext cx="2233080" cy="48456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  <a:defRPr/>
            </a:pPr>
            <a:r>
              <a:rPr lang="fr-FR" sz="3500" b="1" u="none" strike="noStrike">
                <a:solidFill>
                  <a:schemeClr val="accent2"/>
                </a:solidFill>
                <a:latin typeface="Exo"/>
                <a:ea typeface="Exo"/>
              </a:rPr>
              <a:t>xx%</a:t>
            </a:r>
            <a:endParaRPr lang="fr-FR" sz="35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66233256" name="PlaceHolder 10"/>
          <p:cNvSpPr>
            <a:spLocks noGrp="1"/>
          </p:cNvSpPr>
          <p:nvPr>
            <p:ph type="title"/>
          </p:nvPr>
        </p:nvSpPr>
        <p:spPr bwMode="auto">
          <a:xfrm>
            <a:off x="3471120" y="3618000"/>
            <a:ext cx="220140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16452603" name="PlaceHolder 11"/>
          <p:cNvSpPr>
            <a:spLocks noGrp="1"/>
          </p:cNvSpPr>
          <p:nvPr>
            <p:ph type="title"/>
          </p:nvPr>
        </p:nvSpPr>
        <p:spPr bwMode="auto">
          <a:xfrm>
            <a:off x="3471120" y="2980800"/>
            <a:ext cx="2201400" cy="48456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  <a:defRPr/>
            </a:pPr>
            <a:r>
              <a:rPr lang="fr-FR" sz="3500" b="1" u="none" strike="noStrike">
                <a:solidFill>
                  <a:schemeClr val="accent2"/>
                </a:solidFill>
                <a:latin typeface="Exo"/>
                <a:ea typeface="Exo"/>
              </a:rPr>
              <a:t>xx%</a:t>
            </a:r>
            <a:endParaRPr lang="fr-FR" sz="35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2203233" name="PlaceHolder 12"/>
          <p:cNvSpPr>
            <a:spLocks noGrp="1"/>
          </p:cNvSpPr>
          <p:nvPr>
            <p:ph type="title"/>
          </p:nvPr>
        </p:nvSpPr>
        <p:spPr bwMode="auto">
          <a:xfrm>
            <a:off x="6149880" y="3618000"/>
            <a:ext cx="220140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48268224" name="PlaceHolder 13"/>
          <p:cNvSpPr>
            <a:spLocks noGrp="1"/>
          </p:cNvSpPr>
          <p:nvPr>
            <p:ph type="title"/>
          </p:nvPr>
        </p:nvSpPr>
        <p:spPr bwMode="auto">
          <a:xfrm>
            <a:off x="6149880" y="2980800"/>
            <a:ext cx="2201400" cy="48456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  <a:defRPr/>
            </a:pPr>
            <a:r>
              <a:rPr lang="fr-FR" sz="3500" b="1" u="none" strike="noStrike">
                <a:solidFill>
                  <a:schemeClr val="accent2"/>
                </a:solidFill>
                <a:latin typeface="Exo"/>
                <a:ea typeface="Exo"/>
              </a:rPr>
              <a:t>xx%</a:t>
            </a:r>
            <a:endParaRPr lang="fr-FR" sz="3500" b="0" u="none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730180858" name="Google Shape;989;p13"/>
          <p:cNvGrpSpPr/>
          <p:nvPr/>
        </p:nvGrpSpPr>
        <p:grpSpPr bwMode="auto">
          <a:xfrm>
            <a:off x="8154720" y="4796280"/>
            <a:ext cx="552600" cy="98640"/>
            <a:chOff x="8154720" y="4796280"/>
            <a:chExt cx="552600" cy="98640"/>
          </a:xfrm>
        </p:grpSpPr>
        <p:sp>
          <p:nvSpPr>
            <p:cNvPr id="318" name="Google Shape;990;p13"/>
            <p:cNvSpPr/>
            <p:nvPr/>
          </p:nvSpPr>
          <p:spPr bwMode="auto">
            <a:xfrm rot="5400000">
              <a:off x="8608680" y="47962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19" name="Google Shape;991;p13"/>
            <p:cNvSpPr/>
            <p:nvPr/>
          </p:nvSpPr>
          <p:spPr bwMode="auto">
            <a:xfrm rot="5400000">
              <a:off x="8635320" y="48232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0" name="Google Shape;992;p13"/>
            <p:cNvSpPr/>
            <p:nvPr/>
          </p:nvSpPr>
          <p:spPr bwMode="auto">
            <a:xfrm rot="5400000">
              <a:off x="8154720" y="4799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21" name="Google Shape;993;p13"/>
            <p:cNvSpPr/>
            <p:nvPr/>
          </p:nvSpPr>
          <p:spPr bwMode="auto">
            <a:xfrm rot="5400000">
              <a:off x="8178840" y="48232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2" name="Google Shape;994;p13"/>
            <p:cNvSpPr/>
            <p:nvPr/>
          </p:nvSpPr>
          <p:spPr bwMode="auto">
            <a:xfrm rot="5400000">
              <a:off x="8430840" y="46605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845666032" name="Google Shape;995;p13"/>
          <p:cNvSpPr/>
          <p:nvPr/>
        </p:nvSpPr>
        <p:spPr bwMode="auto">
          <a:xfrm>
            <a:off x="0" y="21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38214199" name="Google Shape;996;p13"/>
          <p:cNvGrpSpPr/>
          <p:nvPr/>
        </p:nvGrpSpPr>
        <p:grpSpPr bwMode="auto">
          <a:xfrm>
            <a:off x="172440" y="2520"/>
            <a:ext cx="241560" cy="882720"/>
            <a:chOff x="172440" y="2520"/>
            <a:chExt cx="241560" cy="882720"/>
          </a:xfrm>
        </p:grpSpPr>
        <p:sp>
          <p:nvSpPr>
            <p:cNvPr id="325" name="Google Shape;997;p13"/>
            <p:cNvSpPr/>
            <p:nvPr/>
          </p:nvSpPr>
          <p:spPr bwMode="auto">
            <a:xfrm rot="16199998">
              <a:off x="217080" y="68832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6" name="Google Shape;998;p13"/>
            <p:cNvSpPr/>
            <p:nvPr/>
          </p:nvSpPr>
          <p:spPr bwMode="auto">
            <a:xfrm rot="16199998">
              <a:off x="217800" y="5418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7" name="Google Shape;999;p13"/>
            <p:cNvSpPr/>
            <p:nvPr/>
          </p:nvSpPr>
          <p:spPr bwMode="auto">
            <a:xfrm rot="16199998">
              <a:off x="217800" y="395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8" name="Google Shape;1000;p13"/>
            <p:cNvSpPr/>
            <p:nvPr/>
          </p:nvSpPr>
          <p:spPr bwMode="auto">
            <a:xfrm rot="16199998">
              <a:off x="217800" y="249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9" name="Google Shape;1001;p13"/>
            <p:cNvSpPr/>
            <p:nvPr/>
          </p:nvSpPr>
          <p:spPr bwMode="auto">
            <a:xfrm rot="16199998">
              <a:off x="217800" y="1029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0" name="Google Shape;1002;p13"/>
            <p:cNvSpPr/>
            <p:nvPr/>
          </p:nvSpPr>
          <p:spPr bwMode="auto">
            <a:xfrm rot="16199998">
              <a:off x="217800" y="-4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544831062" name="Google Shape;1003;p13"/>
          <p:cNvSpPr/>
          <p:nvPr/>
        </p:nvSpPr>
        <p:spPr bwMode="auto">
          <a:xfrm rot="5400000" flipH="1">
            <a:off x="8215560" y="-3348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14558610" name="Google Shape;1004;p13"/>
          <p:cNvGrpSpPr/>
          <p:nvPr/>
        </p:nvGrpSpPr>
        <p:grpSpPr bwMode="auto">
          <a:xfrm>
            <a:off x="-255960" y="4796280"/>
            <a:ext cx="1105560" cy="133560"/>
            <a:chOff x="-255960" y="4796280"/>
            <a:chExt cx="1105560" cy="133560"/>
          </a:xfrm>
        </p:grpSpPr>
        <p:grpSp>
          <p:nvGrpSpPr>
            <p:cNvPr id="333" name="Google Shape;1005;p13"/>
            <p:cNvGrpSpPr/>
            <p:nvPr/>
          </p:nvGrpSpPr>
          <p:grpSpPr bwMode="auto">
            <a:xfrm>
              <a:off x="-255960" y="4879080"/>
              <a:ext cx="883080" cy="50760"/>
              <a:chOff x="-255960" y="4879080"/>
              <a:chExt cx="883080" cy="50760"/>
            </a:xfrm>
          </p:grpSpPr>
          <p:sp>
            <p:nvSpPr>
              <p:cNvPr id="334" name="Google Shape;1006;p13"/>
              <p:cNvSpPr/>
              <p:nvPr/>
            </p:nvSpPr>
            <p:spPr bwMode="auto">
              <a:xfrm>
                <a:off x="-25596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5" name="Google Shape;1007;p13"/>
              <p:cNvSpPr/>
              <p:nvPr/>
            </p:nvSpPr>
            <p:spPr bwMode="auto">
              <a:xfrm>
                <a:off x="-16344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6" name="Google Shape;1008;p13"/>
              <p:cNvSpPr/>
              <p:nvPr/>
            </p:nvSpPr>
            <p:spPr bwMode="auto">
              <a:xfrm>
                <a:off x="-7092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7" name="Google Shape;1009;p13"/>
              <p:cNvSpPr/>
              <p:nvPr/>
            </p:nvSpPr>
            <p:spPr bwMode="auto">
              <a:xfrm>
                <a:off x="2124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8" name="Google Shape;1010;p13"/>
              <p:cNvSpPr/>
              <p:nvPr/>
            </p:nvSpPr>
            <p:spPr bwMode="auto">
              <a:xfrm>
                <a:off x="11376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9" name="Google Shape;1011;p13"/>
              <p:cNvSpPr/>
              <p:nvPr/>
            </p:nvSpPr>
            <p:spPr bwMode="auto">
              <a:xfrm>
                <a:off x="20628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0" name="Google Shape;1012;p13"/>
              <p:cNvSpPr/>
              <p:nvPr/>
            </p:nvSpPr>
            <p:spPr bwMode="auto">
              <a:xfrm>
                <a:off x="29880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1" name="Google Shape;1013;p13"/>
              <p:cNvSpPr/>
              <p:nvPr/>
            </p:nvSpPr>
            <p:spPr bwMode="auto">
              <a:xfrm>
                <a:off x="39132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2" name="Google Shape;1014;p13"/>
              <p:cNvSpPr/>
              <p:nvPr/>
            </p:nvSpPr>
            <p:spPr bwMode="auto">
              <a:xfrm>
                <a:off x="48384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3" name="Google Shape;1015;p13"/>
              <p:cNvSpPr/>
              <p:nvPr/>
            </p:nvSpPr>
            <p:spPr bwMode="auto">
              <a:xfrm>
                <a:off x="57636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344" name="Google Shape;1016;p13"/>
            <p:cNvGrpSpPr/>
            <p:nvPr/>
          </p:nvGrpSpPr>
          <p:grpSpPr bwMode="auto">
            <a:xfrm>
              <a:off x="-33480" y="4796280"/>
              <a:ext cx="883080" cy="50760"/>
              <a:chOff x="-33480" y="4796280"/>
              <a:chExt cx="883080" cy="50760"/>
            </a:xfrm>
          </p:grpSpPr>
          <p:sp>
            <p:nvSpPr>
              <p:cNvPr id="345" name="Google Shape;1017;p13"/>
              <p:cNvSpPr/>
              <p:nvPr/>
            </p:nvSpPr>
            <p:spPr bwMode="auto">
              <a:xfrm>
                <a:off x="-3348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6" name="Google Shape;1018;p13"/>
              <p:cNvSpPr/>
              <p:nvPr/>
            </p:nvSpPr>
            <p:spPr bwMode="auto">
              <a:xfrm>
                <a:off x="5904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7" name="Google Shape;1019;p13"/>
              <p:cNvSpPr/>
              <p:nvPr/>
            </p:nvSpPr>
            <p:spPr bwMode="auto">
              <a:xfrm>
                <a:off x="15156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8" name="Google Shape;1020;p13"/>
              <p:cNvSpPr/>
              <p:nvPr/>
            </p:nvSpPr>
            <p:spPr bwMode="auto">
              <a:xfrm>
                <a:off x="24408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9" name="Google Shape;1021;p13"/>
              <p:cNvSpPr/>
              <p:nvPr/>
            </p:nvSpPr>
            <p:spPr bwMode="auto">
              <a:xfrm>
                <a:off x="33660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0" name="Google Shape;1022;p13"/>
              <p:cNvSpPr/>
              <p:nvPr/>
            </p:nvSpPr>
            <p:spPr bwMode="auto">
              <a:xfrm>
                <a:off x="42912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1" name="Google Shape;1023;p13"/>
              <p:cNvSpPr/>
              <p:nvPr/>
            </p:nvSpPr>
            <p:spPr bwMode="auto">
              <a:xfrm>
                <a:off x="52164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2" name="Google Shape;1024;p13"/>
              <p:cNvSpPr/>
              <p:nvPr/>
            </p:nvSpPr>
            <p:spPr bwMode="auto">
              <a:xfrm>
                <a:off x="61380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3" name="Google Shape;1025;p13"/>
              <p:cNvSpPr/>
              <p:nvPr/>
            </p:nvSpPr>
            <p:spPr bwMode="auto">
              <a:xfrm>
                <a:off x="70632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4" name="Google Shape;1026;p13"/>
              <p:cNvSpPr/>
              <p:nvPr/>
            </p:nvSpPr>
            <p:spPr bwMode="auto">
              <a:xfrm>
                <a:off x="79884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253993844" name="Google Shape;1027;p13"/>
          <p:cNvGrpSpPr/>
          <p:nvPr/>
        </p:nvGrpSpPr>
        <p:grpSpPr bwMode="auto">
          <a:xfrm>
            <a:off x="8290080" y="239760"/>
            <a:ext cx="1105560" cy="133920"/>
            <a:chOff x="8290080" y="239760"/>
            <a:chExt cx="1105560" cy="133920"/>
          </a:xfrm>
        </p:grpSpPr>
        <p:grpSp>
          <p:nvGrpSpPr>
            <p:cNvPr id="356" name="Google Shape;1028;p13"/>
            <p:cNvGrpSpPr/>
            <p:nvPr/>
          </p:nvGrpSpPr>
          <p:grpSpPr bwMode="auto">
            <a:xfrm>
              <a:off x="8290080" y="322920"/>
              <a:ext cx="883080" cy="50760"/>
              <a:chOff x="8290080" y="322920"/>
              <a:chExt cx="883080" cy="50760"/>
            </a:xfrm>
          </p:grpSpPr>
          <p:sp>
            <p:nvSpPr>
              <p:cNvPr id="357" name="Google Shape;1029;p13"/>
              <p:cNvSpPr/>
              <p:nvPr/>
            </p:nvSpPr>
            <p:spPr bwMode="auto">
              <a:xfrm>
                <a:off x="829008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8" name="Google Shape;1030;p13"/>
              <p:cNvSpPr/>
              <p:nvPr/>
            </p:nvSpPr>
            <p:spPr bwMode="auto">
              <a:xfrm>
                <a:off x="838260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9" name="Google Shape;1031;p13"/>
              <p:cNvSpPr/>
              <p:nvPr/>
            </p:nvSpPr>
            <p:spPr bwMode="auto">
              <a:xfrm>
                <a:off x="847512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0" name="Google Shape;1032;p13"/>
              <p:cNvSpPr/>
              <p:nvPr/>
            </p:nvSpPr>
            <p:spPr bwMode="auto">
              <a:xfrm>
                <a:off x="856764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1" name="Google Shape;1033;p13"/>
              <p:cNvSpPr/>
              <p:nvPr/>
            </p:nvSpPr>
            <p:spPr bwMode="auto">
              <a:xfrm>
                <a:off x="865980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2" name="Google Shape;1034;p13"/>
              <p:cNvSpPr/>
              <p:nvPr/>
            </p:nvSpPr>
            <p:spPr bwMode="auto">
              <a:xfrm>
                <a:off x="875232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3" name="Google Shape;1035;p13"/>
              <p:cNvSpPr/>
              <p:nvPr/>
            </p:nvSpPr>
            <p:spPr bwMode="auto">
              <a:xfrm>
                <a:off x="884484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4" name="Google Shape;1036;p13"/>
              <p:cNvSpPr/>
              <p:nvPr/>
            </p:nvSpPr>
            <p:spPr bwMode="auto">
              <a:xfrm>
                <a:off x="893736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5" name="Google Shape;1037;p13"/>
              <p:cNvSpPr/>
              <p:nvPr/>
            </p:nvSpPr>
            <p:spPr bwMode="auto">
              <a:xfrm>
                <a:off x="902988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6" name="Google Shape;1038;p13"/>
              <p:cNvSpPr/>
              <p:nvPr/>
            </p:nvSpPr>
            <p:spPr bwMode="auto">
              <a:xfrm>
                <a:off x="912240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367" name="Google Shape;1039;p13"/>
            <p:cNvGrpSpPr/>
            <p:nvPr/>
          </p:nvGrpSpPr>
          <p:grpSpPr bwMode="auto">
            <a:xfrm>
              <a:off x="8512920" y="239760"/>
              <a:ext cx="882720" cy="50760"/>
              <a:chOff x="8512920" y="239760"/>
              <a:chExt cx="882720" cy="50760"/>
            </a:xfrm>
          </p:grpSpPr>
          <p:sp>
            <p:nvSpPr>
              <p:cNvPr id="368" name="Google Shape;1040;p13"/>
              <p:cNvSpPr/>
              <p:nvPr/>
            </p:nvSpPr>
            <p:spPr bwMode="auto">
              <a:xfrm>
                <a:off x="851292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9" name="Google Shape;1041;p13"/>
              <p:cNvSpPr/>
              <p:nvPr/>
            </p:nvSpPr>
            <p:spPr bwMode="auto">
              <a:xfrm>
                <a:off x="860508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0" name="Google Shape;1042;p13"/>
              <p:cNvSpPr/>
              <p:nvPr/>
            </p:nvSpPr>
            <p:spPr bwMode="auto">
              <a:xfrm>
                <a:off x="869760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1" name="Google Shape;1043;p13"/>
              <p:cNvSpPr/>
              <p:nvPr/>
            </p:nvSpPr>
            <p:spPr bwMode="auto">
              <a:xfrm>
                <a:off x="879012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2" name="Google Shape;1044;p13"/>
              <p:cNvSpPr/>
              <p:nvPr/>
            </p:nvSpPr>
            <p:spPr bwMode="auto">
              <a:xfrm>
                <a:off x="888264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3" name="Google Shape;1045;p13"/>
              <p:cNvSpPr/>
              <p:nvPr/>
            </p:nvSpPr>
            <p:spPr bwMode="auto">
              <a:xfrm>
                <a:off x="897516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4" name="Google Shape;1046;p13"/>
              <p:cNvSpPr/>
              <p:nvPr/>
            </p:nvSpPr>
            <p:spPr bwMode="auto">
              <a:xfrm>
                <a:off x="906768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5" name="Google Shape;1047;p13"/>
              <p:cNvSpPr/>
              <p:nvPr/>
            </p:nvSpPr>
            <p:spPr bwMode="auto">
              <a:xfrm>
                <a:off x="916020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6" name="Google Shape;1048;p13"/>
              <p:cNvSpPr/>
              <p:nvPr/>
            </p:nvSpPr>
            <p:spPr bwMode="auto">
              <a:xfrm>
                <a:off x="925236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7" name="Google Shape;1049;p13"/>
              <p:cNvSpPr/>
              <p:nvPr/>
            </p:nvSpPr>
            <p:spPr bwMode="auto">
              <a:xfrm>
                <a:off x="934488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46092086" name="Google Shape;1050;p13"/>
          <p:cNvGrpSpPr/>
          <p:nvPr/>
        </p:nvGrpSpPr>
        <p:grpSpPr bwMode="auto">
          <a:xfrm>
            <a:off x="8749800" y="2571120"/>
            <a:ext cx="241560" cy="882720"/>
            <a:chOff x="8749800" y="2571120"/>
            <a:chExt cx="241560" cy="882720"/>
          </a:xfrm>
        </p:grpSpPr>
        <p:sp>
          <p:nvSpPr>
            <p:cNvPr id="379" name="Google Shape;1051;p13"/>
            <p:cNvSpPr/>
            <p:nvPr/>
          </p:nvSpPr>
          <p:spPr bwMode="auto">
            <a:xfrm rot="5400000">
              <a:off x="8794440" y="252612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80" name="Google Shape;1052;p13"/>
            <p:cNvSpPr/>
            <p:nvPr/>
          </p:nvSpPr>
          <p:spPr bwMode="auto">
            <a:xfrm rot="5400000">
              <a:off x="8795160" y="2672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81" name="Google Shape;1053;p13"/>
            <p:cNvSpPr/>
            <p:nvPr/>
          </p:nvSpPr>
          <p:spPr bwMode="auto">
            <a:xfrm rot="5400000">
              <a:off x="8795160" y="28188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82" name="Google Shape;1054;p13"/>
            <p:cNvSpPr/>
            <p:nvPr/>
          </p:nvSpPr>
          <p:spPr bwMode="auto">
            <a:xfrm rot="5400000">
              <a:off x="8795160" y="29653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83" name="Google Shape;1055;p13"/>
            <p:cNvSpPr/>
            <p:nvPr/>
          </p:nvSpPr>
          <p:spPr bwMode="auto">
            <a:xfrm rot="5400000">
              <a:off x="8795160" y="3111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84" name="Google Shape;1056;p13"/>
            <p:cNvSpPr/>
            <p:nvPr/>
          </p:nvSpPr>
          <p:spPr bwMode="auto">
            <a:xfrm rot="5400000">
              <a:off x="8795160" y="325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863046230" name="Google Shape;1057;p13"/>
          <p:cNvGrpSpPr/>
          <p:nvPr/>
        </p:nvGrpSpPr>
        <p:grpSpPr bwMode="auto">
          <a:xfrm>
            <a:off x="1634040" y="-108000"/>
            <a:ext cx="1520640" cy="301680"/>
            <a:chOff x="1634040" y="-108000"/>
            <a:chExt cx="1520640" cy="301680"/>
          </a:xfrm>
        </p:grpSpPr>
        <p:sp>
          <p:nvSpPr>
            <p:cNvPr id="386" name="Google Shape;1058;p13"/>
            <p:cNvSpPr/>
            <p:nvPr/>
          </p:nvSpPr>
          <p:spPr bwMode="auto">
            <a:xfrm>
              <a:off x="172764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87" name="Google Shape;1059;p13"/>
            <p:cNvSpPr/>
            <p:nvPr/>
          </p:nvSpPr>
          <p:spPr bwMode="auto">
            <a:xfrm>
              <a:off x="306324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88" name="Google Shape;1060;p13"/>
            <p:cNvSpPr/>
            <p:nvPr/>
          </p:nvSpPr>
          <p:spPr bwMode="auto">
            <a:xfrm>
              <a:off x="308700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89" name="Google Shape;1061;p13"/>
            <p:cNvSpPr/>
            <p:nvPr/>
          </p:nvSpPr>
          <p:spPr bwMode="auto">
            <a:xfrm>
              <a:off x="163404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90" name="Google Shape;1062;p13"/>
            <p:cNvSpPr/>
            <p:nvPr/>
          </p:nvSpPr>
          <p:spPr bwMode="auto">
            <a:xfrm>
              <a:off x="165816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_3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8062146" name="Google Shape;1064;p14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392" name="Google Shape;1065;p14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93" name="Google Shape;1066;p14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94" name="Google Shape;1067;p14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95" name="Google Shape;1068;p14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96" name="Google Shape;1069;p14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97" name="Google Shape;1070;p14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98" name="Google Shape;1071;p14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99" name="Google Shape;1072;p14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00" name="Google Shape;1073;p14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01" name="Google Shape;1074;p14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02" name="Google Shape;1075;p14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03" name="Google Shape;1076;p14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04" name="Google Shape;1077;p14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05" name="Google Shape;1078;p14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06" name="Google Shape;1079;p14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07" name="Google Shape;1080;p14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08" name="Google Shape;1081;p14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09" name="Google Shape;1082;p14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10" name="Google Shape;1083;p14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11" name="Google Shape;1084;p14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12" name="Google Shape;1085;p14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13" name="Google Shape;1086;p14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14" name="Google Shape;1087;p14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15" name="Google Shape;1088;p14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16" name="Google Shape;1089;p14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17" name="Google Shape;1090;p14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18" name="Google Shape;1091;p14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19" name="Google Shape;1092;p14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0" name="Google Shape;1093;p14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1" name="Google Shape;1094;p14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2" name="Google Shape;1095;p14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3" name="Google Shape;1096;p14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4" name="Google Shape;1097;p14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5" name="Google Shape;1098;p14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6" name="Google Shape;1099;p14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7" name="Google Shape;1100;p14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8" name="Google Shape;1101;p14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9" name="Google Shape;1102;p14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879814820" name="PlaceHolder 1"/>
          <p:cNvSpPr>
            <a:spLocks noGrp="1"/>
          </p:cNvSpPr>
          <p:nvPr>
            <p:ph type="title"/>
          </p:nvPr>
        </p:nvSpPr>
        <p:spPr bwMode="auto">
          <a:xfrm>
            <a:off x="1857960" y="3253680"/>
            <a:ext cx="5428440" cy="43416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20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2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30498168" name="Google Shape;1105;p14"/>
          <p:cNvSpPr/>
          <p:nvPr/>
        </p:nvSpPr>
        <p:spPr bwMode="auto">
          <a:xfrm rot="16199998" flipH="1">
            <a:off x="348480" y="42080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753058773" name="Google Shape;1106;p14"/>
          <p:cNvGrpSpPr/>
          <p:nvPr/>
        </p:nvGrpSpPr>
        <p:grpSpPr bwMode="auto">
          <a:xfrm>
            <a:off x="6870600" y="-732240"/>
            <a:ext cx="296280" cy="1822680"/>
            <a:chOff x="6870600" y="-732240"/>
            <a:chExt cx="296280" cy="1822680"/>
          </a:xfrm>
        </p:grpSpPr>
        <p:sp>
          <p:nvSpPr>
            <p:cNvPr id="433" name="Google Shape;1107;p14"/>
            <p:cNvSpPr/>
            <p:nvPr/>
          </p:nvSpPr>
          <p:spPr bwMode="auto">
            <a:xfrm rot="16199998">
              <a:off x="6229800" y="5436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34" name="Google Shape;1108;p14"/>
            <p:cNvSpPr/>
            <p:nvPr/>
          </p:nvSpPr>
          <p:spPr bwMode="auto">
            <a:xfrm rot="16199998">
              <a:off x="6870600" y="402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35" name="Google Shape;1109;p14"/>
            <p:cNvSpPr/>
            <p:nvPr/>
          </p:nvSpPr>
          <p:spPr bwMode="auto">
            <a:xfrm rot="16199998">
              <a:off x="6895080" y="4269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 fill="norm" stroke="1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6" name="Google Shape;1110;p14"/>
            <p:cNvSpPr/>
            <p:nvPr/>
          </p:nvSpPr>
          <p:spPr bwMode="auto">
            <a:xfrm rot="16199998">
              <a:off x="6970320" y="999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37" name="Google Shape;1111;p14"/>
            <p:cNvSpPr/>
            <p:nvPr/>
          </p:nvSpPr>
          <p:spPr bwMode="auto">
            <a:xfrm rot="16199998">
              <a:off x="6994800" y="10231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8" name="Google Shape;1112;p14"/>
            <p:cNvSpPr/>
            <p:nvPr/>
          </p:nvSpPr>
          <p:spPr bwMode="auto">
            <a:xfrm rot="16199998">
              <a:off x="6437160" y="-25236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w="36417" h="5628" fill="none" stroke="1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660155606" name="Google Shape;1113;p14"/>
          <p:cNvSpPr/>
          <p:nvPr/>
        </p:nvSpPr>
        <p:spPr bwMode="auto">
          <a:xfrm flipH="1">
            <a:off x="8088840" y="214524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1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903195374" name="Google Shape;1114;p14"/>
          <p:cNvGrpSpPr/>
          <p:nvPr/>
        </p:nvGrpSpPr>
        <p:grpSpPr bwMode="auto">
          <a:xfrm>
            <a:off x="8658720" y="2958840"/>
            <a:ext cx="1822680" cy="196200"/>
            <a:chOff x="8658720" y="2958840"/>
            <a:chExt cx="1822680" cy="196200"/>
          </a:xfrm>
        </p:grpSpPr>
        <p:sp>
          <p:nvSpPr>
            <p:cNvPr id="441" name="Google Shape;1115;p14"/>
            <p:cNvSpPr/>
            <p:nvPr/>
          </p:nvSpPr>
          <p:spPr bwMode="auto">
            <a:xfrm>
              <a:off x="8757720" y="30049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42" name="Google Shape;1116;p14"/>
            <p:cNvSpPr/>
            <p:nvPr/>
          </p:nvSpPr>
          <p:spPr bwMode="auto">
            <a:xfrm>
              <a:off x="8658720" y="295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43" name="Google Shape;1117;p14"/>
            <p:cNvSpPr/>
            <p:nvPr/>
          </p:nvSpPr>
          <p:spPr bwMode="auto">
            <a:xfrm>
              <a:off x="8683560" y="29833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380383297" name="Google Shape;1118;p14"/>
          <p:cNvSpPr/>
          <p:nvPr/>
        </p:nvSpPr>
        <p:spPr bwMode="auto"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704952190" name="Google Shape;1119;p14"/>
          <p:cNvSpPr/>
          <p:nvPr/>
        </p:nvSpPr>
        <p:spPr bwMode="auto">
          <a:xfrm>
            <a:off x="16920" y="86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604728953" name="Google Shape;1120;p14"/>
          <p:cNvGrpSpPr/>
          <p:nvPr/>
        </p:nvGrpSpPr>
        <p:grpSpPr bwMode="auto">
          <a:xfrm>
            <a:off x="-270720" y="314280"/>
            <a:ext cx="1520280" cy="301680"/>
            <a:chOff x="-270720" y="314280"/>
            <a:chExt cx="1520280" cy="301680"/>
          </a:xfrm>
        </p:grpSpPr>
        <p:sp>
          <p:nvSpPr>
            <p:cNvPr id="447" name="Google Shape;1121;p14"/>
            <p:cNvSpPr/>
            <p:nvPr/>
          </p:nvSpPr>
          <p:spPr bwMode="auto">
            <a:xfrm rot="16199998">
              <a:off x="384120" y="-20268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 stroke="1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48" name="Google Shape;1122;p14"/>
            <p:cNvSpPr/>
            <p:nvPr/>
          </p:nvSpPr>
          <p:spPr bwMode="auto">
            <a:xfrm rot="16199998">
              <a:off x="-270720" y="3142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49" name="Google Shape;1123;p14"/>
            <p:cNvSpPr/>
            <p:nvPr/>
          </p:nvSpPr>
          <p:spPr bwMode="auto">
            <a:xfrm rot="16199998">
              <a:off x="-246960" y="3391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0" name="Google Shape;1124;p14"/>
            <p:cNvSpPr/>
            <p:nvPr/>
          </p:nvSpPr>
          <p:spPr bwMode="auto">
            <a:xfrm rot="16199998">
              <a:off x="1158120" y="524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51" name="Google Shape;1125;p14"/>
            <p:cNvSpPr/>
            <p:nvPr/>
          </p:nvSpPr>
          <p:spPr bwMode="auto">
            <a:xfrm rot="16199998">
              <a:off x="1182600" y="5486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377553137" name="Google Shape;1126;p14"/>
          <p:cNvGrpSpPr/>
          <p:nvPr/>
        </p:nvGrpSpPr>
        <p:grpSpPr bwMode="auto">
          <a:xfrm>
            <a:off x="4296600" y="4950360"/>
            <a:ext cx="1520280" cy="301680"/>
            <a:chOff x="4296600" y="4950360"/>
            <a:chExt cx="1520280" cy="301680"/>
          </a:xfrm>
        </p:grpSpPr>
        <p:sp>
          <p:nvSpPr>
            <p:cNvPr id="453" name="Google Shape;1127;p14"/>
            <p:cNvSpPr/>
            <p:nvPr/>
          </p:nvSpPr>
          <p:spPr bwMode="auto">
            <a:xfrm>
              <a:off x="4389840" y="49968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54" name="Google Shape;1128;p14"/>
            <p:cNvSpPr/>
            <p:nvPr/>
          </p:nvSpPr>
          <p:spPr bwMode="auto">
            <a:xfrm>
              <a:off x="5725440" y="5160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55" name="Google Shape;1129;p14"/>
            <p:cNvSpPr/>
            <p:nvPr/>
          </p:nvSpPr>
          <p:spPr bwMode="auto">
            <a:xfrm>
              <a:off x="5749560" y="51850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6" name="Google Shape;1130;p14"/>
            <p:cNvSpPr/>
            <p:nvPr/>
          </p:nvSpPr>
          <p:spPr bwMode="auto">
            <a:xfrm>
              <a:off x="4296600" y="49503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57" name="Google Shape;1131;p14"/>
            <p:cNvSpPr/>
            <p:nvPr/>
          </p:nvSpPr>
          <p:spPr bwMode="auto">
            <a:xfrm>
              <a:off x="4320360" y="49752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167604495" name="Google Shape;1132;p14"/>
          <p:cNvGrpSpPr/>
          <p:nvPr/>
        </p:nvGrpSpPr>
        <p:grpSpPr bwMode="auto">
          <a:xfrm>
            <a:off x="6524280" y="4402080"/>
            <a:ext cx="552600" cy="98640"/>
            <a:chOff x="6524280" y="4402080"/>
            <a:chExt cx="552600" cy="98640"/>
          </a:xfrm>
        </p:grpSpPr>
        <p:sp>
          <p:nvSpPr>
            <p:cNvPr id="459" name="Google Shape;1133;p14"/>
            <p:cNvSpPr/>
            <p:nvPr/>
          </p:nvSpPr>
          <p:spPr bwMode="auto">
            <a:xfrm rot="5400000">
              <a:off x="6978240" y="44020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60" name="Google Shape;1134;p14"/>
            <p:cNvSpPr/>
            <p:nvPr/>
          </p:nvSpPr>
          <p:spPr bwMode="auto">
            <a:xfrm rot="5400000">
              <a:off x="7004880" y="44290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61" name="Google Shape;1135;p14"/>
            <p:cNvSpPr/>
            <p:nvPr/>
          </p:nvSpPr>
          <p:spPr bwMode="auto">
            <a:xfrm rot="5400000">
              <a:off x="6524280" y="44053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62" name="Google Shape;1136;p14"/>
            <p:cNvSpPr/>
            <p:nvPr/>
          </p:nvSpPr>
          <p:spPr bwMode="auto">
            <a:xfrm rot="5400000">
              <a:off x="6548039" y="44294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63" name="Google Shape;1137;p14"/>
            <p:cNvSpPr/>
            <p:nvPr/>
          </p:nvSpPr>
          <p:spPr bwMode="auto">
            <a:xfrm rot="5400000">
              <a:off x="6800400" y="42667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065570653" name="Google Shape;1138;p14"/>
          <p:cNvGrpSpPr/>
          <p:nvPr/>
        </p:nvGrpSpPr>
        <p:grpSpPr bwMode="auto">
          <a:xfrm>
            <a:off x="-1414440" y="3744360"/>
            <a:ext cx="2297520" cy="347040"/>
            <a:chOff x="-1414440" y="3744360"/>
            <a:chExt cx="2297520" cy="347040"/>
          </a:xfrm>
        </p:grpSpPr>
        <p:sp>
          <p:nvSpPr>
            <p:cNvPr id="465" name="Google Shape;1139;p14"/>
            <p:cNvSpPr/>
            <p:nvPr/>
          </p:nvSpPr>
          <p:spPr bwMode="auto">
            <a:xfrm>
              <a:off x="-1414440" y="40237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66" name="Google Shape;1140;p14"/>
            <p:cNvSpPr/>
            <p:nvPr/>
          </p:nvSpPr>
          <p:spPr bwMode="auto">
            <a:xfrm>
              <a:off x="-1111320" y="37443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340189429" name="Google Shape;1141;p14"/>
          <p:cNvGrpSpPr/>
          <p:nvPr/>
        </p:nvGrpSpPr>
        <p:grpSpPr bwMode="auto">
          <a:xfrm>
            <a:off x="-154800" y="2431440"/>
            <a:ext cx="882720" cy="241560"/>
            <a:chOff x="-154800" y="2431440"/>
            <a:chExt cx="882720" cy="241560"/>
          </a:xfrm>
        </p:grpSpPr>
        <p:sp>
          <p:nvSpPr>
            <p:cNvPr id="468" name="Google Shape;1142;p14"/>
            <p:cNvSpPr/>
            <p:nvPr/>
          </p:nvSpPr>
          <p:spPr bwMode="auto">
            <a:xfrm rot="10800000">
              <a:off x="576000" y="24314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69" name="Google Shape;1143;p14"/>
            <p:cNvSpPr/>
            <p:nvPr/>
          </p:nvSpPr>
          <p:spPr bwMode="auto">
            <a:xfrm rot="10800000">
              <a:off x="43020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0" name="Google Shape;1144;p14"/>
            <p:cNvSpPr/>
            <p:nvPr/>
          </p:nvSpPr>
          <p:spPr bwMode="auto">
            <a:xfrm rot="10800000">
              <a:off x="28404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1" name="Google Shape;1145;p14"/>
            <p:cNvSpPr/>
            <p:nvPr/>
          </p:nvSpPr>
          <p:spPr bwMode="auto">
            <a:xfrm rot="10800000">
              <a:off x="13752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2" name="Google Shape;1146;p14"/>
            <p:cNvSpPr/>
            <p:nvPr/>
          </p:nvSpPr>
          <p:spPr bwMode="auto">
            <a:xfrm rot="10800000">
              <a:off x="-828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3" name="Google Shape;1147;p14"/>
            <p:cNvSpPr/>
            <p:nvPr/>
          </p:nvSpPr>
          <p:spPr bwMode="auto">
            <a:xfrm rot="10800000">
              <a:off x="-15444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_4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04821745" name="Google Shape;1149;p15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475" name="Google Shape;1150;p15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76" name="Google Shape;1151;p15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77" name="Google Shape;1152;p15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78" name="Google Shape;1153;p15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79" name="Google Shape;1154;p15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80" name="Google Shape;1155;p15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81" name="Google Shape;1156;p15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82" name="Google Shape;1157;p15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83" name="Google Shape;1158;p15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84" name="Google Shape;1159;p15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85" name="Google Shape;1160;p15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86" name="Google Shape;1161;p15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87" name="Google Shape;1162;p15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88" name="Google Shape;1163;p15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89" name="Google Shape;1164;p15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90" name="Google Shape;1165;p15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91" name="Google Shape;1166;p15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92" name="Google Shape;1167;p15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93" name="Google Shape;1168;p15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94" name="Google Shape;1169;p15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95" name="Google Shape;1170;p15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96" name="Google Shape;1171;p15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97" name="Google Shape;1172;p15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98" name="Google Shape;1173;p15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99" name="Google Shape;1174;p15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00" name="Google Shape;1175;p15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01" name="Google Shape;1176;p15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02" name="Google Shape;1177;p15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03" name="Google Shape;1178;p15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04" name="Google Shape;1179;p15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05" name="Google Shape;1180;p15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06" name="Google Shape;1181;p15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07" name="Google Shape;1182;p15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08" name="Google Shape;1183;p15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09" name="Google Shape;1184;p15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0" name="Google Shape;1185;p15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1" name="Google Shape;1186;p15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2" name="Google Shape;1187;p15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268091709" name="PlaceHolder 1"/>
          <p:cNvSpPr>
            <a:spLocks noGrp="1"/>
          </p:cNvSpPr>
          <p:nvPr>
            <p:ph type="title"/>
          </p:nvPr>
        </p:nvSpPr>
        <p:spPr bwMode="auto">
          <a:xfrm>
            <a:off x="864360" y="2215440"/>
            <a:ext cx="6771960" cy="81324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Autofit/>
          </a:bodyPr>
          <a:p>
            <a:pPr indent="0">
              <a:buNone/>
              <a:defRPr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15107347" name="PlaceHolder 2"/>
          <p:cNvSpPr>
            <a:spLocks noGrp="1"/>
          </p:cNvSpPr>
          <p:nvPr>
            <p:ph type="title"/>
          </p:nvPr>
        </p:nvSpPr>
        <p:spPr bwMode="auto">
          <a:xfrm>
            <a:off x="864360" y="910800"/>
            <a:ext cx="2130120" cy="1304280"/>
          </a:xfrm>
          <a:prstGeom prst="rect">
            <a:avLst/>
          </a:prstGeom>
          <a:noFill/>
          <a:ln w="0">
            <a:noFill/>
          </a:ln>
          <a:effectLst>
            <a:outerShdw blurRad="57240" dist="0" dir="0" rotWithShape="0">
              <a:srgbClr val="8FFFFF"/>
            </a:outerShdw>
          </a:effectLst>
        </p:spPr>
        <p:txBody>
          <a:bodyPr lIns="91440" tIns="91440" rIns="91440" bIns="91440" anchor="ctr">
            <a:noAutofit/>
          </a:bodyPr>
          <a:p>
            <a:pPr indent="0">
              <a:lnSpc>
                <a:spcPct val="100000"/>
              </a:lnSpc>
              <a:buNone/>
              <a:defRPr/>
            </a:pPr>
            <a:r>
              <a:rPr lang="fr-FR" sz="8000" b="1" u="none" strike="noStrike">
                <a:solidFill>
                  <a:schemeClr val="accent2"/>
                </a:solidFill>
                <a:latin typeface="Exo"/>
                <a:ea typeface="Exo"/>
              </a:rPr>
              <a:t>xx%</a:t>
            </a:r>
            <a:endParaRPr lang="fr-FR" sz="8000" b="0" u="none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769838044" name="Google Shape;1191;p15"/>
          <p:cNvGrpSpPr/>
          <p:nvPr/>
        </p:nvGrpSpPr>
        <p:grpSpPr bwMode="auto">
          <a:xfrm>
            <a:off x="-259200" y="1848240"/>
            <a:ext cx="552600" cy="98640"/>
            <a:chOff x="-259200" y="1848240"/>
            <a:chExt cx="552600" cy="98640"/>
          </a:xfrm>
        </p:grpSpPr>
        <p:sp>
          <p:nvSpPr>
            <p:cNvPr id="516" name="Google Shape;1192;p15"/>
            <p:cNvSpPr/>
            <p:nvPr/>
          </p:nvSpPr>
          <p:spPr bwMode="auto">
            <a:xfrm rot="5400000">
              <a:off x="194760" y="18482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7" name="Google Shape;1193;p15"/>
            <p:cNvSpPr/>
            <p:nvPr/>
          </p:nvSpPr>
          <p:spPr bwMode="auto">
            <a:xfrm rot="5400000">
              <a:off x="221400" y="18748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8" name="Google Shape;1194;p15"/>
            <p:cNvSpPr/>
            <p:nvPr/>
          </p:nvSpPr>
          <p:spPr bwMode="auto">
            <a:xfrm rot="5400000">
              <a:off x="-259200" y="18511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9" name="Google Shape;1195;p15"/>
            <p:cNvSpPr/>
            <p:nvPr/>
          </p:nvSpPr>
          <p:spPr bwMode="auto">
            <a:xfrm rot="5400000">
              <a:off x="-235440" y="18752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0" name="Google Shape;1196;p15"/>
            <p:cNvSpPr/>
            <p:nvPr/>
          </p:nvSpPr>
          <p:spPr bwMode="auto">
            <a:xfrm rot="5400000">
              <a:off x="16560" y="17125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935155178" name="Google Shape;1197;p15"/>
          <p:cNvSpPr/>
          <p:nvPr/>
        </p:nvSpPr>
        <p:spPr bwMode="auto">
          <a:xfrm rot="16199998">
            <a:off x="348840" y="39063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347606277" name="Google Shape;1198;p15"/>
          <p:cNvSpPr/>
          <p:nvPr/>
        </p:nvSpPr>
        <p:spPr bwMode="auto">
          <a:xfrm rot="5400000">
            <a:off x="-561960" y="-33948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341303717" name="Google Shape;1199;p15"/>
          <p:cNvSpPr/>
          <p:nvPr/>
        </p:nvSpPr>
        <p:spPr bwMode="auto">
          <a:xfrm rot="5400000">
            <a:off x="-282600" y="-363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075145951" name="Google Shape;1200;p15"/>
          <p:cNvSpPr/>
          <p:nvPr/>
        </p:nvSpPr>
        <p:spPr bwMode="auto">
          <a:xfrm rot="10800000" flipH="1">
            <a:off x="2891880" y="48427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89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536290214" name="Google Shape;1201;p15"/>
          <p:cNvSpPr/>
          <p:nvPr/>
        </p:nvSpPr>
        <p:spPr bwMode="auto">
          <a:xfrm>
            <a:off x="853560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060655644" name="Google Shape;1202;p15"/>
          <p:cNvGrpSpPr/>
          <p:nvPr/>
        </p:nvGrpSpPr>
        <p:grpSpPr bwMode="auto">
          <a:xfrm>
            <a:off x="7898039" y="350640"/>
            <a:ext cx="1520280" cy="301680"/>
            <a:chOff x="7898039" y="350640"/>
            <a:chExt cx="1520280" cy="301680"/>
          </a:xfrm>
        </p:grpSpPr>
        <p:sp>
          <p:nvSpPr>
            <p:cNvPr id="527" name="Google Shape;1203;p15"/>
            <p:cNvSpPr/>
            <p:nvPr/>
          </p:nvSpPr>
          <p:spPr bwMode="auto">
            <a:xfrm flipH="1">
              <a:off x="7989120" y="397080"/>
              <a:ext cx="1335240" cy="209160"/>
            </a:xfrm>
            <a:custGeom>
              <a:avLst/>
              <a:gdLst>
                <a:gd name="textAreaLeft" fmla="*/ -360 w 1335240"/>
                <a:gd name="textAreaRight" fmla="*/ 133524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28" name="Google Shape;1204;p15"/>
            <p:cNvSpPr/>
            <p:nvPr/>
          </p:nvSpPr>
          <p:spPr bwMode="auto">
            <a:xfrm flipH="1">
              <a:off x="7898039" y="56088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29" name="Google Shape;1205;p15"/>
            <p:cNvSpPr/>
            <p:nvPr/>
          </p:nvSpPr>
          <p:spPr bwMode="auto">
            <a:xfrm flipH="1">
              <a:off x="7922160" y="58572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0" name="Google Shape;1206;p15"/>
            <p:cNvSpPr/>
            <p:nvPr/>
          </p:nvSpPr>
          <p:spPr bwMode="auto">
            <a:xfrm flipH="1">
              <a:off x="9326880" y="350640"/>
              <a:ext cx="91440" cy="9252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31" name="Google Shape;1207;p15"/>
            <p:cNvSpPr/>
            <p:nvPr/>
          </p:nvSpPr>
          <p:spPr bwMode="auto">
            <a:xfrm flipH="1">
              <a:off x="9351000" y="375480"/>
              <a:ext cx="42840" cy="4284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36292683" name="Google Shape;1208;p15"/>
          <p:cNvGrpSpPr/>
          <p:nvPr/>
        </p:nvGrpSpPr>
        <p:grpSpPr bwMode="auto">
          <a:xfrm>
            <a:off x="-117000" y="2181240"/>
            <a:ext cx="552600" cy="98640"/>
            <a:chOff x="-117000" y="2181240"/>
            <a:chExt cx="552600" cy="98640"/>
          </a:xfrm>
        </p:grpSpPr>
        <p:sp>
          <p:nvSpPr>
            <p:cNvPr id="533" name="Google Shape;1209;p15"/>
            <p:cNvSpPr/>
            <p:nvPr/>
          </p:nvSpPr>
          <p:spPr bwMode="auto">
            <a:xfrm rot="5400000">
              <a:off x="336960" y="21812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34" name="Google Shape;1210;p15"/>
            <p:cNvSpPr/>
            <p:nvPr/>
          </p:nvSpPr>
          <p:spPr bwMode="auto">
            <a:xfrm rot="5400000">
              <a:off x="363600" y="22078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5" name="Google Shape;1211;p15"/>
            <p:cNvSpPr/>
            <p:nvPr/>
          </p:nvSpPr>
          <p:spPr bwMode="auto">
            <a:xfrm rot="5400000">
              <a:off x="-117000" y="21841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36" name="Google Shape;1212;p15"/>
            <p:cNvSpPr/>
            <p:nvPr/>
          </p:nvSpPr>
          <p:spPr bwMode="auto">
            <a:xfrm rot="5400000">
              <a:off x="-93240" y="22082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7" name="Google Shape;1213;p15"/>
            <p:cNvSpPr/>
            <p:nvPr/>
          </p:nvSpPr>
          <p:spPr bwMode="auto">
            <a:xfrm rot="5400000">
              <a:off x="159120" y="20455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984383808" name="Google Shape;1214;p15"/>
          <p:cNvGrpSpPr/>
          <p:nvPr/>
        </p:nvGrpSpPr>
        <p:grpSpPr bwMode="auto">
          <a:xfrm>
            <a:off x="4682160" y="-108000"/>
            <a:ext cx="1520640" cy="301680"/>
            <a:chOff x="4682160" y="-108000"/>
            <a:chExt cx="1520640" cy="301680"/>
          </a:xfrm>
        </p:grpSpPr>
        <p:sp>
          <p:nvSpPr>
            <p:cNvPr id="539" name="Google Shape;1215;p15"/>
            <p:cNvSpPr/>
            <p:nvPr/>
          </p:nvSpPr>
          <p:spPr bwMode="auto">
            <a:xfrm>
              <a:off x="477576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40" name="Google Shape;1216;p15"/>
            <p:cNvSpPr/>
            <p:nvPr/>
          </p:nvSpPr>
          <p:spPr bwMode="auto">
            <a:xfrm>
              <a:off x="611136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41" name="Google Shape;1217;p15"/>
            <p:cNvSpPr/>
            <p:nvPr/>
          </p:nvSpPr>
          <p:spPr bwMode="auto">
            <a:xfrm>
              <a:off x="613512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2" name="Google Shape;1218;p15"/>
            <p:cNvSpPr/>
            <p:nvPr/>
          </p:nvSpPr>
          <p:spPr bwMode="auto">
            <a:xfrm>
              <a:off x="468216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43" name="Google Shape;1219;p15"/>
            <p:cNvSpPr/>
            <p:nvPr/>
          </p:nvSpPr>
          <p:spPr bwMode="auto">
            <a:xfrm>
              <a:off x="470592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626168793" name="Google Shape;1220;p15"/>
          <p:cNvGrpSpPr/>
          <p:nvPr/>
        </p:nvGrpSpPr>
        <p:grpSpPr bwMode="auto">
          <a:xfrm>
            <a:off x="7881840" y="4336560"/>
            <a:ext cx="2297520" cy="347040"/>
            <a:chOff x="7881840" y="4336560"/>
            <a:chExt cx="2297520" cy="347040"/>
          </a:xfrm>
        </p:grpSpPr>
        <p:sp>
          <p:nvSpPr>
            <p:cNvPr id="545" name="Google Shape;1221;p15"/>
            <p:cNvSpPr/>
            <p:nvPr/>
          </p:nvSpPr>
          <p:spPr bwMode="auto">
            <a:xfrm flipH="1">
              <a:off x="8184960" y="46159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100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6" name="Google Shape;1222;p15"/>
            <p:cNvSpPr/>
            <p:nvPr/>
          </p:nvSpPr>
          <p:spPr bwMode="auto">
            <a:xfrm flipH="1">
              <a:off x="7881840" y="43365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100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_8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5525353" name="Google Shape;1224;p16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548" name="Google Shape;1225;p16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49" name="Google Shape;1226;p16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50" name="Google Shape;1227;p16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51" name="Google Shape;1228;p16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52" name="Google Shape;1229;p16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53" name="Google Shape;1230;p16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54" name="Google Shape;1231;p16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55" name="Google Shape;1232;p16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56" name="Google Shape;1233;p16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57" name="Google Shape;1234;p16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58" name="Google Shape;1235;p16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59" name="Google Shape;1236;p16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60" name="Google Shape;1237;p16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61" name="Google Shape;1238;p16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62" name="Google Shape;1239;p16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63" name="Google Shape;1240;p16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64" name="Google Shape;1241;p16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65" name="Google Shape;1242;p16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66" name="Google Shape;1243;p16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67" name="Google Shape;1244;p16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68" name="Google Shape;1245;p16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69" name="Google Shape;1246;p16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70" name="Google Shape;1247;p16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71" name="Google Shape;1248;p16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72" name="Google Shape;1249;p16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73" name="Google Shape;1250;p16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74" name="Google Shape;1251;p16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75" name="Google Shape;1252;p16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76" name="Google Shape;1253;p16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77" name="Google Shape;1254;p16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78" name="Google Shape;1255;p16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79" name="Google Shape;1256;p16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80" name="Google Shape;1257;p16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81" name="Google Shape;1258;p16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82" name="Google Shape;1259;p16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83" name="Google Shape;1260;p16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84" name="Google Shape;1261;p16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85" name="Google Shape;1262;p16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2020416686" name="PlaceHolder 1"/>
          <p:cNvSpPr>
            <a:spLocks noGrp="1"/>
          </p:cNvSpPr>
          <p:nvPr>
            <p:ph type="title"/>
          </p:nvPr>
        </p:nvSpPr>
        <p:spPr bwMode="auto">
          <a:xfrm>
            <a:off x="713160" y="2310120"/>
            <a:ext cx="7583039" cy="84132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68174027" name="PlaceHolder 2"/>
          <p:cNvSpPr>
            <a:spLocks noGrp="1"/>
          </p:cNvSpPr>
          <p:nvPr>
            <p:ph type="title"/>
          </p:nvPr>
        </p:nvSpPr>
        <p:spPr bwMode="auto">
          <a:xfrm>
            <a:off x="5960880" y="1332720"/>
            <a:ext cx="2335320" cy="920520"/>
          </a:xfrm>
          <a:prstGeom prst="rect">
            <a:avLst/>
          </a:prstGeom>
          <a:noFill/>
          <a:ln w="0">
            <a:noFill/>
          </a:ln>
          <a:effectLst>
            <a:outerShdw blurRad="57240" dist="0" dir="0" rotWithShape="0">
              <a:srgbClr val="8FFFFF"/>
            </a:outerShdw>
          </a:effectLst>
        </p:spPr>
        <p:txBody>
          <a:bodyPr lIns="91440" tIns="91440" rIns="91440" bIns="91440" anchor="ctr">
            <a:noAutofit/>
          </a:bodyPr>
          <a:p>
            <a:pPr indent="0" algn="r">
              <a:lnSpc>
                <a:spcPct val="100000"/>
              </a:lnSpc>
              <a:buNone/>
              <a:defRPr/>
            </a:pPr>
            <a:r>
              <a:rPr lang="fr-FR" sz="8000" b="1" u="none" strike="noStrike">
                <a:solidFill>
                  <a:schemeClr val="accent2"/>
                </a:solidFill>
                <a:latin typeface="Exo"/>
                <a:ea typeface="Exo"/>
              </a:rPr>
              <a:t>xx%</a:t>
            </a:r>
            <a:endParaRPr lang="fr-FR" sz="8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45978970" name="Google Shape;1266;p16"/>
          <p:cNvSpPr/>
          <p:nvPr/>
        </p:nvSpPr>
        <p:spPr bwMode="auto">
          <a:xfrm rot="5400000">
            <a:off x="8206560" y="41871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003945506" name="Google Shape;1267;p16"/>
          <p:cNvSpPr/>
          <p:nvPr/>
        </p:nvSpPr>
        <p:spPr bwMode="auto">
          <a:xfrm rot="16199998">
            <a:off x="348840" y="4107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499139433" name="Google Shape;1268;p16"/>
          <p:cNvGrpSpPr/>
          <p:nvPr/>
        </p:nvGrpSpPr>
        <p:grpSpPr bwMode="auto">
          <a:xfrm>
            <a:off x="360" y="932040"/>
            <a:ext cx="882720" cy="241560"/>
            <a:chOff x="360" y="932040"/>
            <a:chExt cx="882720" cy="241560"/>
          </a:xfrm>
        </p:grpSpPr>
        <p:sp>
          <p:nvSpPr>
            <p:cNvPr id="591" name="Google Shape;1269;p16"/>
            <p:cNvSpPr/>
            <p:nvPr/>
          </p:nvSpPr>
          <p:spPr bwMode="auto">
            <a:xfrm rot="10800000">
              <a:off x="731160" y="9320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2" name="Google Shape;1270;p16"/>
            <p:cNvSpPr/>
            <p:nvPr/>
          </p:nvSpPr>
          <p:spPr bwMode="auto">
            <a:xfrm rot="10800000">
              <a:off x="585360" y="932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3" name="Google Shape;1271;p16"/>
            <p:cNvSpPr/>
            <p:nvPr/>
          </p:nvSpPr>
          <p:spPr bwMode="auto">
            <a:xfrm rot="10800000">
              <a:off x="439200" y="932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4" name="Google Shape;1272;p16"/>
            <p:cNvSpPr/>
            <p:nvPr/>
          </p:nvSpPr>
          <p:spPr bwMode="auto">
            <a:xfrm rot="10800000">
              <a:off x="293040" y="932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5" name="Google Shape;1273;p16"/>
            <p:cNvSpPr/>
            <p:nvPr/>
          </p:nvSpPr>
          <p:spPr bwMode="auto">
            <a:xfrm rot="10800000">
              <a:off x="146880" y="932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6" name="Google Shape;1274;p16"/>
            <p:cNvSpPr/>
            <p:nvPr/>
          </p:nvSpPr>
          <p:spPr bwMode="auto">
            <a:xfrm rot="10800000">
              <a:off x="360" y="932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44414703" name="Google Shape;1275;p16"/>
          <p:cNvGrpSpPr/>
          <p:nvPr/>
        </p:nvGrpSpPr>
        <p:grpSpPr bwMode="auto"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598" name="Google Shape;1276;p16"/>
            <p:cNvSpPr/>
            <p:nvPr/>
          </p:nvSpPr>
          <p:spPr bwMode="auto"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99" name="Google Shape;1277;p16"/>
            <p:cNvSpPr/>
            <p:nvPr/>
          </p:nvSpPr>
          <p:spPr bwMode="auto"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0" name="Google Shape;1278;p16"/>
            <p:cNvSpPr/>
            <p:nvPr/>
          </p:nvSpPr>
          <p:spPr bwMode="auto"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01" name="Google Shape;1279;p16"/>
            <p:cNvSpPr/>
            <p:nvPr/>
          </p:nvSpPr>
          <p:spPr bwMode="auto"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2" name="Google Shape;1280;p16"/>
            <p:cNvSpPr/>
            <p:nvPr/>
          </p:nvSpPr>
          <p:spPr bwMode="auto"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25978756" name="Google Shape;1281;p16"/>
          <p:cNvGrpSpPr/>
          <p:nvPr/>
        </p:nvGrpSpPr>
        <p:grpSpPr bwMode="auto">
          <a:xfrm>
            <a:off x="-1414440" y="3058560"/>
            <a:ext cx="2297520" cy="347040"/>
            <a:chOff x="-1414440" y="3058560"/>
            <a:chExt cx="2297520" cy="347040"/>
          </a:xfrm>
        </p:grpSpPr>
        <p:sp>
          <p:nvSpPr>
            <p:cNvPr id="604" name="Google Shape;1282;p16"/>
            <p:cNvSpPr/>
            <p:nvPr/>
          </p:nvSpPr>
          <p:spPr bwMode="auto">
            <a:xfrm>
              <a:off x="-1414440" y="33379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5" name="Google Shape;1283;p16"/>
            <p:cNvSpPr/>
            <p:nvPr/>
          </p:nvSpPr>
          <p:spPr bwMode="auto">
            <a:xfrm>
              <a:off x="-1111320" y="30585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775533025" name="Google Shape;1284;p16"/>
          <p:cNvSpPr/>
          <p:nvPr/>
        </p:nvSpPr>
        <p:spPr bwMode="auto">
          <a:xfrm rot="10800000">
            <a:off x="568440" y="38592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272317572" name="Google Shape;1285;p16"/>
          <p:cNvGrpSpPr/>
          <p:nvPr/>
        </p:nvGrpSpPr>
        <p:grpSpPr bwMode="auto">
          <a:xfrm>
            <a:off x="8690760" y="3390480"/>
            <a:ext cx="296280" cy="1822680"/>
            <a:chOff x="8690760" y="3390480"/>
            <a:chExt cx="296280" cy="1822680"/>
          </a:xfrm>
        </p:grpSpPr>
        <p:sp>
          <p:nvSpPr>
            <p:cNvPr id="608" name="Google Shape;1286;p16"/>
            <p:cNvSpPr/>
            <p:nvPr/>
          </p:nvSpPr>
          <p:spPr bwMode="auto">
            <a:xfrm rot="5400000">
              <a:off x="7903800" y="427608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09" name="Google Shape;1287;p16"/>
            <p:cNvSpPr/>
            <p:nvPr/>
          </p:nvSpPr>
          <p:spPr bwMode="auto">
            <a:xfrm rot="5400000">
              <a:off x="8895600" y="3986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10" name="Google Shape;1288;p16"/>
            <p:cNvSpPr/>
            <p:nvPr/>
          </p:nvSpPr>
          <p:spPr bwMode="auto">
            <a:xfrm rot="5400000">
              <a:off x="8919720" y="40118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 fill="norm" stroke="1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1" name="Google Shape;1289;p16"/>
            <p:cNvSpPr/>
            <p:nvPr/>
          </p:nvSpPr>
          <p:spPr bwMode="auto">
            <a:xfrm rot="5400000">
              <a:off x="8795880" y="3390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12" name="Google Shape;1290;p16"/>
            <p:cNvSpPr/>
            <p:nvPr/>
          </p:nvSpPr>
          <p:spPr bwMode="auto">
            <a:xfrm rot="5400000">
              <a:off x="8820360" y="34156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3" name="Google Shape;1291;p16"/>
            <p:cNvSpPr/>
            <p:nvPr/>
          </p:nvSpPr>
          <p:spPr bwMode="auto">
            <a:xfrm rot="5400000">
              <a:off x="8285760" y="455832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w="36417" h="5628" fill="none" stroke="1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609573181" name="Google Shape;1292;p16"/>
          <p:cNvGrpSpPr/>
          <p:nvPr/>
        </p:nvGrpSpPr>
        <p:grpSpPr bwMode="auto">
          <a:xfrm>
            <a:off x="2611440" y="-1455120"/>
            <a:ext cx="346680" cy="2297160"/>
            <a:chOff x="2611440" y="-1455120"/>
            <a:chExt cx="346680" cy="2297160"/>
          </a:xfrm>
        </p:grpSpPr>
        <p:sp>
          <p:nvSpPr>
            <p:cNvPr id="615" name="Google Shape;1293;p16"/>
            <p:cNvSpPr/>
            <p:nvPr/>
          </p:nvSpPr>
          <p:spPr bwMode="auto">
            <a:xfrm rot="5400000">
              <a:off x="1648080" y="-4917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6" name="Google Shape;1294;p16"/>
            <p:cNvSpPr/>
            <p:nvPr/>
          </p:nvSpPr>
          <p:spPr bwMode="auto">
            <a:xfrm rot="5400000">
              <a:off x="1927080" y="-18900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89528659" name="Google Shape;1295;p16"/>
          <p:cNvSpPr/>
          <p:nvPr/>
        </p:nvSpPr>
        <p:spPr bwMode="auto">
          <a:xfrm rot="10800000" flipH="1">
            <a:off x="2358360" y="47664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89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070908735" name="Google Shape;1296;p16"/>
          <p:cNvSpPr/>
          <p:nvPr/>
        </p:nvSpPr>
        <p:spPr bwMode="auto"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525752561" name="Google Shape;1297;p16"/>
          <p:cNvGrpSpPr/>
          <p:nvPr/>
        </p:nvGrpSpPr>
        <p:grpSpPr bwMode="auto">
          <a:xfrm>
            <a:off x="5373360" y="-113040"/>
            <a:ext cx="1520280" cy="301680"/>
            <a:chOff x="5373360" y="-113040"/>
            <a:chExt cx="1520280" cy="301680"/>
          </a:xfrm>
        </p:grpSpPr>
        <p:sp>
          <p:nvSpPr>
            <p:cNvPr id="620" name="Google Shape;1298;p16"/>
            <p:cNvSpPr/>
            <p:nvPr/>
          </p:nvSpPr>
          <p:spPr bwMode="auto">
            <a:xfrm>
              <a:off x="5466600" y="-666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21" name="Google Shape;1299;p16"/>
            <p:cNvSpPr/>
            <p:nvPr/>
          </p:nvSpPr>
          <p:spPr bwMode="auto">
            <a:xfrm>
              <a:off x="6802200" y="972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22" name="Google Shape;1300;p16"/>
            <p:cNvSpPr/>
            <p:nvPr/>
          </p:nvSpPr>
          <p:spPr bwMode="auto">
            <a:xfrm>
              <a:off x="6826320" y="1220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23" name="Google Shape;1301;p16"/>
            <p:cNvSpPr/>
            <p:nvPr/>
          </p:nvSpPr>
          <p:spPr bwMode="auto">
            <a:xfrm>
              <a:off x="5373360" y="-11304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24" name="Google Shape;1302;p16"/>
            <p:cNvSpPr/>
            <p:nvPr/>
          </p:nvSpPr>
          <p:spPr bwMode="auto">
            <a:xfrm>
              <a:off x="5397120" y="-882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_9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28688136" name="Google Shape;1304;p17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626" name="Google Shape;1305;p17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27" name="Google Shape;1306;p17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28" name="Google Shape;1307;p17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29" name="Google Shape;1308;p17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30" name="Google Shape;1309;p17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31" name="Google Shape;1310;p17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32" name="Google Shape;1311;p17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33" name="Google Shape;1312;p17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34" name="Google Shape;1313;p17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35" name="Google Shape;1314;p17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36" name="Google Shape;1315;p17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37" name="Google Shape;1316;p17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38" name="Google Shape;1317;p17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39" name="Google Shape;1318;p17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40" name="Google Shape;1319;p17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41" name="Google Shape;1320;p17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42" name="Google Shape;1321;p17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43" name="Google Shape;1322;p17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44" name="Google Shape;1323;p17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45" name="Google Shape;1324;p17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46" name="Google Shape;1325;p17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47" name="Google Shape;1326;p17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48" name="Google Shape;1327;p17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49" name="Google Shape;1328;p17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50" name="Google Shape;1329;p17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51" name="Google Shape;1330;p17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52" name="Google Shape;1331;p17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53" name="Google Shape;1332;p17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54" name="Google Shape;1333;p17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55" name="Google Shape;1334;p17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56" name="Google Shape;1335;p17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57" name="Google Shape;1336;p17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58" name="Google Shape;1337;p17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59" name="Google Shape;1338;p17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60" name="Google Shape;1339;p17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61" name="Google Shape;1340;p17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62" name="Google Shape;1341;p17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63" name="Google Shape;1342;p17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570138387" name="PlaceHolder 1"/>
          <p:cNvSpPr>
            <a:spLocks noGrp="1"/>
          </p:cNvSpPr>
          <p:nvPr>
            <p:ph type="title"/>
          </p:nvPr>
        </p:nvSpPr>
        <p:spPr bwMode="auto">
          <a:xfrm>
            <a:off x="713160" y="1088640"/>
            <a:ext cx="4401360" cy="1198440"/>
          </a:xfrm>
          <a:prstGeom prst="rect">
            <a:avLst/>
          </a:prstGeom>
          <a:noFill/>
          <a:ln w="0">
            <a:noFill/>
          </a:ln>
          <a:effectLst>
            <a:outerShdw blurRad="1573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Autofit/>
          </a:bodyPr>
          <a:p>
            <a:pPr indent="0">
              <a:buNone/>
              <a:defRPr/>
            </a:pPr>
            <a:r>
              <a:rPr lang="fr-FR" sz="32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506630496" name="Google Shape;1345;p17"/>
          <p:cNvGrpSpPr/>
          <p:nvPr/>
        </p:nvGrpSpPr>
        <p:grpSpPr bwMode="auto">
          <a:xfrm>
            <a:off x="8137440" y="-109440"/>
            <a:ext cx="586440" cy="1284120"/>
            <a:chOff x="8137440" y="-109440"/>
            <a:chExt cx="586440" cy="1284120"/>
          </a:xfrm>
        </p:grpSpPr>
        <p:sp>
          <p:nvSpPr>
            <p:cNvPr id="666" name="Google Shape;1346;p17"/>
            <p:cNvSpPr/>
            <p:nvPr/>
          </p:nvSpPr>
          <p:spPr bwMode="auto">
            <a:xfrm>
              <a:off x="8137440" y="-10944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667" name="Google Shape;1347;p17"/>
            <p:cNvGrpSpPr/>
            <p:nvPr/>
          </p:nvGrpSpPr>
          <p:grpSpPr bwMode="auto">
            <a:xfrm>
              <a:off x="8309880" y="-108720"/>
              <a:ext cx="241560" cy="882720"/>
              <a:chOff x="8309880" y="-108720"/>
              <a:chExt cx="241560" cy="882720"/>
            </a:xfrm>
          </p:grpSpPr>
          <p:sp>
            <p:nvSpPr>
              <p:cNvPr id="668" name="Google Shape;1348;p17"/>
              <p:cNvSpPr/>
              <p:nvPr/>
            </p:nvSpPr>
            <p:spPr bwMode="auto">
              <a:xfrm rot="16199998">
                <a:off x="8354520" y="57708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 fill="norm" stroke="1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69" name="Google Shape;1349;p17"/>
              <p:cNvSpPr/>
              <p:nvPr/>
            </p:nvSpPr>
            <p:spPr bwMode="auto">
              <a:xfrm rot="16199998">
                <a:off x="8355240" y="4302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0" name="Google Shape;1350;p17"/>
              <p:cNvSpPr/>
              <p:nvPr/>
            </p:nvSpPr>
            <p:spPr bwMode="auto">
              <a:xfrm rot="16199998">
                <a:off x="8355240" y="28404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1" name="Google Shape;1351;p17"/>
              <p:cNvSpPr/>
              <p:nvPr/>
            </p:nvSpPr>
            <p:spPr bwMode="auto">
              <a:xfrm rot="16199998">
                <a:off x="8355240" y="13788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2" name="Google Shape;1352;p17"/>
              <p:cNvSpPr/>
              <p:nvPr/>
            </p:nvSpPr>
            <p:spPr bwMode="auto">
              <a:xfrm rot="16199998">
                <a:off x="8355240" y="-792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3" name="Google Shape;1353;p17"/>
              <p:cNvSpPr/>
              <p:nvPr/>
            </p:nvSpPr>
            <p:spPr bwMode="auto">
              <a:xfrm rot="16199998">
                <a:off x="8355240" y="-15408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838530500" name="Google Shape;1354;p17"/>
          <p:cNvGrpSpPr/>
          <p:nvPr/>
        </p:nvGrpSpPr>
        <p:grpSpPr bwMode="auto">
          <a:xfrm>
            <a:off x="2517480" y="-116280"/>
            <a:ext cx="1520640" cy="301320"/>
            <a:chOff x="2517480" y="-116280"/>
            <a:chExt cx="1520640" cy="301320"/>
          </a:xfrm>
        </p:grpSpPr>
        <p:sp>
          <p:nvSpPr>
            <p:cNvPr id="675" name="Google Shape;1355;p17"/>
            <p:cNvSpPr/>
            <p:nvPr/>
          </p:nvSpPr>
          <p:spPr bwMode="auto">
            <a:xfrm>
              <a:off x="2611080" y="-698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76" name="Google Shape;1356;p17"/>
            <p:cNvSpPr/>
            <p:nvPr/>
          </p:nvSpPr>
          <p:spPr bwMode="auto">
            <a:xfrm>
              <a:off x="3946680" y="93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77" name="Google Shape;1357;p17"/>
            <p:cNvSpPr/>
            <p:nvPr/>
          </p:nvSpPr>
          <p:spPr bwMode="auto">
            <a:xfrm>
              <a:off x="3970440" y="1184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78" name="Google Shape;1358;p17"/>
            <p:cNvSpPr/>
            <p:nvPr/>
          </p:nvSpPr>
          <p:spPr bwMode="auto">
            <a:xfrm>
              <a:off x="2517480" y="-11628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79" name="Google Shape;1359;p17"/>
            <p:cNvSpPr/>
            <p:nvPr/>
          </p:nvSpPr>
          <p:spPr bwMode="auto">
            <a:xfrm>
              <a:off x="2541600" y="-918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38180728" name="Google Shape;1360;p17"/>
          <p:cNvSpPr/>
          <p:nvPr/>
        </p:nvSpPr>
        <p:spPr bwMode="auto">
          <a:xfrm rot="16199998">
            <a:off x="341640" y="-348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435637700" name="Google Shape;1361;p17"/>
          <p:cNvGrpSpPr/>
          <p:nvPr/>
        </p:nvGrpSpPr>
        <p:grpSpPr bwMode="auto">
          <a:xfrm>
            <a:off x="4914000" y="675000"/>
            <a:ext cx="1252440" cy="50760"/>
            <a:chOff x="4914000" y="675000"/>
            <a:chExt cx="1252440" cy="50760"/>
          </a:xfrm>
        </p:grpSpPr>
        <p:sp>
          <p:nvSpPr>
            <p:cNvPr id="682" name="Google Shape;1362;p17"/>
            <p:cNvSpPr/>
            <p:nvPr/>
          </p:nvSpPr>
          <p:spPr bwMode="auto">
            <a:xfrm>
              <a:off x="49140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83" name="Google Shape;1363;p17"/>
            <p:cNvSpPr/>
            <p:nvPr/>
          </p:nvSpPr>
          <p:spPr bwMode="auto">
            <a:xfrm>
              <a:off x="50065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84" name="Google Shape;1364;p17"/>
            <p:cNvSpPr/>
            <p:nvPr/>
          </p:nvSpPr>
          <p:spPr bwMode="auto">
            <a:xfrm>
              <a:off x="50986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85" name="Google Shape;1365;p17"/>
            <p:cNvSpPr/>
            <p:nvPr/>
          </p:nvSpPr>
          <p:spPr bwMode="auto">
            <a:xfrm>
              <a:off x="51912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86" name="Google Shape;1366;p17"/>
            <p:cNvSpPr/>
            <p:nvPr/>
          </p:nvSpPr>
          <p:spPr bwMode="auto">
            <a:xfrm>
              <a:off x="52837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87" name="Google Shape;1367;p17"/>
            <p:cNvSpPr/>
            <p:nvPr/>
          </p:nvSpPr>
          <p:spPr bwMode="auto">
            <a:xfrm>
              <a:off x="537624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88" name="Google Shape;1368;p17"/>
            <p:cNvSpPr/>
            <p:nvPr/>
          </p:nvSpPr>
          <p:spPr bwMode="auto">
            <a:xfrm>
              <a:off x="546876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89" name="Google Shape;1369;p17"/>
            <p:cNvSpPr/>
            <p:nvPr/>
          </p:nvSpPr>
          <p:spPr bwMode="auto">
            <a:xfrm>
              <a:off x="55612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90" name="Google Shape;1370;p17"/>
            <p:cNvSpPr/>
            <p:nvPr/>
          </p:nvSpPr>
          <p:spPr bwMode="auto">
            <a:xfrm>
              <a:off x="56538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91" name="Google Shape;1371;p17"/>
            <p:cNvSpPr/>
            <p:nvPr/>
          </p:nvSpPr>
          <p:spPr bwMode="auto">
            <a:xfrm>
              <a:off x="574596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92" name="Google Shape;1372;p17"/>
            <p:cNvSpPr/>
            <p:nvPr/>
          </p:nvSpPr>
          <p:spPr bwMode="auto">
            <a:xfrm>
              <a:off x="58384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93" name="Google Shape;1373;p17"/>
            <p:cNvSpPr/>
            <p:nvPr/>
          </p:nvSpPr>
          <p:spPr bwMode="auto">
            <a:xfrm>
              <a:off x="59310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94" name="Google Shape;1374;p17"/>
            <p:cNvSpPr/>
            <p:nvPr/>
          </p:nvSpPr>
          <p:spPr bwMode="auto">
            <a:xfrm>
              <a:off x="60235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95" name="Google Shape;1375;p17"/>
            <p:cNvSpPr/>
            <p:nvPr/>
          </p:nvSpPr>
          <p:spPr bwMode="auto">
            <a:xfrm>
              <a:off x="61156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771061485" name="Google Shape;1376;p17"/>
          <p:cNvSpPr/>
          <p:nvPr/>
        </p:nvSpPr>
        <p:spPr bwMode="auto">
          <a:xfrm rot="5400000">
            <a:off x="8208720" y="42040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954248227" name="Google Shape;1377;p17"/>
          <p:cNvSpPr/>
          <p:nvPr/>
        </p:nvSpPr>
        <p:spPr bwMode="auto">
          <a:xfrm rot="10800000">
            <a:off x="1362600" y="42404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9629399" name="Google Shape;1378;p17"/>
          <p:cNvGrpSpPr/>
          <p:nvPr/>
        </p:nvGrpSpPr>
        <p:grpSpPr bwMode="auto">
          <a:xfrm>
            <a:off x="5600520" y="4993560"/>
            <a:ext cx="1520280" cy="301680"/>
            <a:chOff x="5600520" y="4993560"/>
            <a:chExt cx="1520280" cy="301680"/>
          </a:xfrm>
        </p:grpSpPr>
        <p:sp>
          <p:nvSpPr>
            <p:cNvPr id="699" name="Google Shape;1379;p17"/>
            <p:cNvSpPr/>
            <p:nvPr/>
          </p:nvSpPr>
          <p:spPr bwMode="auto">
            <a:xfrm>
              <a:off x="5693760" y="50400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00" name="Google Shape;1380;p17"/>
            <p:cNvSpPr/>
            <p:nvPr/>
          </p:nvSpPr>
          <p:spPr bwMode="auto">
            <a:xfrm>
              <a:off x="7029360" y="52038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01" name="Google Shape;1381;p17"/>
            <p:cNvSpPr/>
            <p:nvPr/>
          </p:nvSpPr>
          <p:spPr bwMode="auto">
            <a:xfrm>
              <a:off x="7053480" y="52286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2" name="Google Shape;1382;p17"/>
            <p:cNvSpPr/>
            <p:nvPr/>
          </p:nvSpPr>
          <p:spPr bwMode="auto">
            <a:xfrm>
              <a:off x="5600520" y="49935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03" name="Google Shape;1383;p17"/>
            <p:cNvSpPr/>
            <p:nvPr/>
          </p:nvSpPr>
          <p:spPr bwMode="auto">
            <a:xfrm>
              <a:off x="5624280" y="50184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485422324" name="Google Shape;1384;p17"/>
          <p:cNvGrpSpPr/>
          <p:nvPr/>
        </p:nvGrpSpPr>
        <p:grpSpPr bwMode="auto">
          <a:xfrm>
            <a:off x="-217800" y="2000520"/>
            <a:ext cx="552600" cy="98640"/>
            <a:chOff x="-217800" y="2000520"/>
            <a:chExt cx="552600" cy="98640"/>
          </a:xfrm>
        </p:grpSpPr>
        <p:sp>
          <p:nvSpPr>
            <p:cNvPr id="705" name="Google Shape;1385;p17"/>
            <p:cNvSpPr/>
            <p:nvPr/>
          </p:nvSpPr>
          <p:spPr bwMode="auto">
            <a:xfrm rot="5400000">
              <a:off x="236160" y="20005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06" name="Google Shape;1386;p17"/>
            <p:cNvSpPr/>
            <p:nvPr/>
          </p:nvSpPr>
          <p:spPr bwMode="auto">
            <a:xfrm rot="5400000">
              <a:off x="262800" y="20275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7" name="Google Shape;1387;p17"/>
            <p:cNvSpPr/>
            <p:nvPr/>
          </p:nvSpPr>
          <p:spPr bwMode="auto">
            <a:xfrm rot="5400000">
              <a:off x="-217800" y="2003759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08" name="Google Shape;1388;p17"/>
            <p:cNvSpPr/>
            <p:nvPr/>
          </p:nvSpPr>
          <p:spPr bwMode="auto">
            <a:xfrm rot="5400000">
              <a:off x="-193680" y="20275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9" name="Google Shape;1389;p17"/>
            <p:cNvSpPr/>
            <p:nvPr/>
          </p:nvSpPr>
          <p:spPr bwMode="auto">
            <a:xfrm rot="5400000">
              <a:off x="58320" y="18648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_16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2186387" name="Google Shape;1391;p18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711" name="Google Shape;1392;p18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12" name="Google Shape;1393;p18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13" name="Google Shape;1394;p18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14" name="Google Shape;1395;p18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15" name="Google Shape;1396;p18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16" name="Google Shape;1397;p18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17" name="Google Shape;1398;p18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18" name="Google Shape;1399;p18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19" name="Google Shape;1400;p18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20" name="Google Shape;1401;p18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21" name="Google Shape;1402;p18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22" name="Google Shape;1403;p18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23" name="Google Shape;1404;p18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24" name="Google Shape;1405;p18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25" name="Google Shape;1406;p18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26" name="Google Shape;1407;p18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27" name="Google Shape;1408;p18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28" name="Google Shape;1409;p18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29" name="Google Shape;1410;p18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30" name="Google Shape;1411;p18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31" name="Google Shape;1412;p18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32" name="Google Shape;1413;p18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33" name="Google Shape;1414;p18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34" name="Google Shape;1415;p18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35" name="Google Shape;1416;p18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36" name="Google Shape;1417;p18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37" name="Google Shape;1418;p18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38" name="Google Shape;1419;p18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39" name="Google Shape;1420;p18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40" name="Google Shape;1421;p18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41" name="Google Shape;1422;p18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42" name="Google Shape;1423;p18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43" name="Google Shape;1424;p18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44" name="Google Shape;1425;p18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45" name="Google Shape;1426;p18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46" name="Google Shape;1427;p18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47" name="Google Shape;1428;p18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48" name="Google Shape;1429;p18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938346051" name="PlaceHolder 1"/>
          <p:cNvSpPr>
            <a:spLocks noGrp="1"/>
          </p:cNvSpPr>
          <p:nvPr>
            <p:ph type="title"/>
          </p:nvPr>
        </p:nvSpPr>
        <p:spPr bwMode="auto">
          <a:xfrm>
            <a:off x="865440" y="753480"/>
            <a:ext cx="4466520" cy="1141200"/>
          </a:xfrm>
          <a:prstGeom prst="rect">
            <a:avLst/>
          </a:prstGeom>
          <a:noFill/>
          <a:ln w="0">
            <a:noFill/>
          </a:ln>
          <a:effectLst>
            <a:outerShdw blurRad="8568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Autofit/>
          </a:bodyPr>
          <a:p>
            <a:pPr indent="0">
              <a:buNone/>
              <a:defRPr/>
            </a:pPr>
            <a:r>
              <a:rPr lang="fr-FR" sz="32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566747179" name="Google Shape;1432;p18"/>
          <p:cNvGrpSpPr/>
          <p:nvPr/>
        </p:nvGrpSpPr>
        <p:grpSpPr bwMode="auto">
          <a:xfrm>
            <a:off x="246240" y="1697040"/>
            <a:ext cx="241560" cy="882720"/>
            <a:chOff x="246240" y="1697040"/>
            <a:chExt cx="241560" cy="882720"/>
          </a:xfrm>
        </p:grpSpPr>
        <p:sp>
          <p:nvSpPr>
            <p:cNvPr id="751" name="Google Shape;1433;p18"/>
            <p:cNvSpPr/>
            <p:nvPr/>
          </p:nvSpPr>
          <p:spPr bwMode="auto">
            <a:xfrm rot="5400000">
              <a:off x="290880" y="16520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52" name="Google Shape;1434;p18"/>
            <p:cNvSpPr/>
            <p:nvPr/>
          </p:nvSpPr>
          <p:spPr bwMode="auto">
            <a:xfrm rot="5400000">
              <a:off x="291600" y="1798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53" name="Google Shape;1435;p18"/>
            <p:cNvSpPr/>
            <p:nvPr/>
          </p:nvSpPr>
          <p:spPr bwMode="auto">
            <a:xfrm rot="5400000">
              <a:off x="291600" y="1944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54" name="Google Shape;1436;p18"/>
            <p:cNvSpPr/>
            <p:nvPr/>
          </p:nvSpPr>
          <p:spPr bwMode="auto">
            <a:xfrm rot="5400000">
              <a:off x="291600" y="2090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55" name="Google Shape;1437;p18"/>
            <p:cNvSpPr/>
            <p:nvPr/>
          </p:nvSpPr>
          <p:spPr bwMode="auto">
            <a:xfrm rot="5400000">
              <a:off x="291600" y="2237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56" name="Google Shape;1438;p18"/>
            <p:cNvSpPr/>
            <p:nvPr/>
          </p:nvSpPr>
          <p:spPr bwMode="auto">
            <a:xfrm rot="5400000">
              <a:off x="291600" y="238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33395191" name="Google Shape;1439;p18"/>
          <p:cNvGrpSpPr/>
          <p:nvPr/>
        </p:nvGrpSpPr>
        <p:grpSpPr bwMode="auto">
          <a:xfrm>
            <a:off x="2273040" y="-131040"/>
            <a:ext cx="1520280" cy="301320"/>
            <a:chOff x="2273040" y="-131040"/>
            <a:chExt cx="1520280" cy="301320"/>
          </a:xfrm>
        </p:grpSpPr>
        <p:sp>
          <p:nvSpPr>
            <p:cNvPr id="758" name="Google Shape;1440;p18"/>
            <p:cNvSpPr/>
            <p:nvPr/>
          </p:nvSpPr>
          <p:spPr bwMode="auto">
            <a:xfrm>
              <a:off x="2366280" y="-846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59" name="Google Shape;1441;p18"/>
            <p:cNvSpPr/>
            <p:nvPr/>
          </p:nvSpPr>
          <p:spPr bwMode="auto">
            <a:xfrm>
              <a:off x="3701880" y="7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60" name="Google Shape;1442;p18"/>
            <p:cNvSpPr/>
            <p:nvPr/>
          </p:nvSpPr>
          <p:spPr bwMode="auto">
            <a:xfrm>
              <a:off x="3726000" y="1036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61" name="Google Shape;1443;p18"/>
            <p:cNvSpPr/>
            <p:nvPr/>
          </p:nvSpPr>
          <p:spPr bwMode="auto">
            <a:xfrm>
              <a:off x="2273040" y="-13104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62" name="Google Shape;1444;p18"/>
            <p:cNvSpPr/>
            <p:nvPr/>
          </p:nvSpPr>
          <p:spPr bwMode="auto">
            <a:xfrm>
              <a:off x="2296800" y="-1065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002237268" name="Google Shape;1445;p18"/>
          <p:cNvGrpSpPr/>
          <p:nvPr/>
        </p:nvGrpSpPr>
        <p:grpSpPr bwMode="auto">
          <a:xfrm>
            <a:off x="-141480" y="4021920"/>
            <a:ext cx="552600" cy="98640"/>
            <a:chOff x="-141480" y="4021920"/>
            <a:chExt cx="552600" cy="98640"/>
          </a:xfrm>
        </p:grpSpPr>
        <p:sp>
          <p:nvSpPr>
            <p:cNvPr id="764" name="Google Shape;1446;p18"/>
            <p:cNvSpPr/>
            <p:nvPr/>
          </p:nvSpPr>
          <p:spPr bwMode="auto">
            <a:xfrm rot="5400000">
              <a:off x="312480" y="40219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65" name="Google Shape;1447;p18"/>
            <p:cNvSpPr/>
            <p:nvPr/>
          </p:nvSpPr>
          <p:spPr bwMode="auto">
            <a:xfrm rot="5400000">
              <a:off x="339120" y="40489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66" name="Google Shape;1448;p18"/>
            <p:cNvSpPr/>
            <p:nvPr/>
          </p:nvSpPr>
          <p:spPr bwMode="auto">
            <a:xfrm rot="5400000">
              <a:off x="-141480" y="40251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67" name="Google Shape;1449;p18"/>
            <p:cNvSpPr/>
            <p:nvPr/>
          </p:nvSpPr>
          <p:spPr bwMode="auto">
            <a:xfrm rot="5400000">
              <a:off x="-117720" y="40489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68" name="Google Shape;1450;p18"/>
            <p:cNvSpPr/>
            <p:nvPr/>
          </p:nvSpPr>
          <p:spPr bwMode="auto">
            <a:xfrm rot="5400000">
              <a:off x="134640" y="38862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922921190" name="Google Shape;1451;p18"/>
          <p:cNvSpPr/>
          <p:nvPr/>
        </p:nvSpPr>
        <p:spPr bwMode="auto">
          <a:xfrm>
            <a:off x="538560" y="-2692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040009148" name="Google Shape;1452;p18"/>
          <p:cNvSpPr/>
          <p:nvPr/>
        </p:nvSpPr>
        <p:spPr bwMode="auto">
          <a:xfrm rot="10800000">
            <a:off x="85575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802828852" name="Google Shape;1453;p18"/>
          <p:cNvSpPr/>
          <p:nvPr/>
        </p:nvSpPr>
        <p:spPr bwMode="auto"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533192921" name="Google Shape;1454;p18"/>
          <p:cNvGrpSpPr/>
          <p:nvPr/>
        </p:nvGrpSpPr>
        <p:grpSpPr bwMode="auto">
          <a:xfrm>
            <a:off x="8694000" y="-363240"/>
            <a:ext cx="301320" cy="1520280"/>
            <a:chOff x="8694000" y="-363240"/>
            <a:chExt cx="301320" cy="1520280"/>
          </a:xfrm>
        </p:grpSpPr>
        <p:sp>
          <p:nvSpPr>
            <p:cNvPr id="773" name="Google Shape;1455;p18"/>
            <p:cNvSpPr/>
            <p:nvPr/>
          </p:nvSpPr>
          <p:spPr bwMode="auto">
            <a:xfrm rot="5400000">
              <a:off x="8177039" y="2930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74" name="Google Shape;1456;p18"/>
            <p:cNvSpPr/>
            <p:nvPr/>
          </p:nvSpPr>
          <p:spPr bwMode="auto">
            <a:xfrm rot="5400000">
              <a:off x="8694000" y="1065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75" name="Google Shape;1457;p18"/>
            <p:cNvSpPr/>
            <p:nvPr/>
          </p:nvSpPr>
          <p:spPr bwMode="auto">
            <a:xfrm rot="5400000">
              <a:off x="8718120" y="10900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76" name="Google Shape;1458;p18"/>
            <p:cNvSpPr/>
            <p:nvPr/>
          </p:nvSpPr>
          <p:spPr bwMode="auto">
            <a:xfrm rot="5400000">
              <a:off x="8903160" y="-3636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77" name="Google Shape;1459;p18"/>
            <p:cNvSpPr/>
            <p:nvPr/>
          </p:nvSpPr>
          <p:spPr bwMode="auto">
            <a:xfrm rot="5400000">
              <a:off x="8928000" y="-3394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955167751" name="Google Shape;1460;p18"/>
          <p:cNvGrpSpPr/>
          <p:nvPr/>
        </p:nvGrpSpPr>
        <p:grpSpPr bwMode="auto">
          <a:xfrm>
            <a:off x="-240840" y="4336200"/>
            <a:ext cx="1524960" cy="586440"/>
            <a:chOff x="-240840" y="4336200"/>
            <a:chExt cx="1524960" cy="586440"/>
          </a:xfrm>
        </p:grpSpPr>
        <p:sp>
          <p:nvSpPr>
            <p:cNvPr id="779" name="Google Shape;1461;p18"/>
            <p:cNvSpPr/>
            <p:nvPr/>
          </p:nvSpPr>
          <p:spPr bwMode="auto">
            <a:xfrm rot="16199998">
              <a:off x="348840" y="398736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780" name="Google Shape;1462;p18"/>
            <p:cNvGrpSpPr/>
            <p:nvPr/>
          </p:nvGrpSpPr>
          <p:grpSpPr bwMode="auto">
            <a:xfrm>
              <a:off x="-240840" y="4562280"/>
              <a:ext cx="1105560" cy="133920"/>
              <a:chOff x="-240840" y="4562280"/>
              <a:chExt cx="1105560" cy="133920"/>
            </a:xfrm>
          </p:grpSpPr>
          <p:grpSp>
            <p:nvGrpSpPr>
              <p:cNvPr id="781" name="Google Shape;1463;p18"/>
              <p:cNvGrpSpPr/>
              <p:nvPr/>
            </p:nvGrpSpPr>
            <p:grpSpPr bwMode="auto">
              <a:xfrm>
                <a:off x="-240840" y="4645440"/>
                <a:ext cx="883080" cy="50760"/>
                <a:chOff x="-240840" y="4645440"/>
                <a:chExt cx="883080" cy="50760"/>
              </a:xfrm>
            </p:grpSpPr>
            <p:sp>
              <p:nvSpPr>
                <p:cNvPr id="782" name="Google Shape;1464;p18"/>
                <p:cNvSpPr/>
                <p:nvPr/>
              </p:nvSpPr>
              <p:spPr bwMode="auto">
                <a:xfrm>
                  <a:off x="-24084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83" name="Google Shape;1465;p18"/>
                <p:cNvSpPr/>
                <p:nvPr/>
              </p:nvSpPr>
              <p:spPr bwMode="auto">
                <a:xfrm>
                  <a:off x="-1483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84" name="Google Shape;1466;p18"/>
                <p:cNvSpPr/>
                <p:nvPr/>
              </p:nvSpPr>
              <p:spPr bwMode="auto">
                <a:xfrm>
                  <a:off x="-5580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85" name="Google Shape;1467;p18"/>
                <p:cNvSpPr/>
                <p:nvPr/>
              </p:nvSpPr>
              <p:spPr bwMode="auto">
                <a:xfrm>
                  <a:off x="367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86" name="Google Shape;1468;p18"/>
                <p:cNvSpPr/>
                <p:nvPr/>
              </p:nvSpPr>
              <p:spPr bwMode="auto">
                <a:xfrm>
                  <a:off x="12888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87" name="Google Shape;1469;p18"/>
                <p:cNvSpPr/>
                <p:nvPr/>
              </p:nvSpPr>
              <p:spPr bwMode="auto">
                <a:xfrm>
                  <a:off x="22140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88" name="Google Shape;1470;p18"/>
                <p:cNvSpPr/>
                <p:nvPr/>
              </p:nvSpPr>
              <p:spPr bwMode="auto">
                <a:xfrm>
                  <a:off x="3139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89" name="Google Shape;1471;p18"/>
                <p:cNvSpPr/>
                <p:nvPr/>
              </p:nvSpPr>
              <p:spPr bwMode="auto">
                <a:xfrm>
                  <a:off x="406439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90" name="Google Shape;1472;p18"/>
                <p:cNvSpPr/>
                <p:nvPr/>
              </p:nvSpPr>
              <p:spPr bwMode="auto">
                <a:xfrm>
                  <a:off x="49896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91" name="Google Shape;1473;p18"/>
                <p:cNvSpPr/>
                <p:nvPr/>
              </p:nvSpPr>
              <p:spPr bwMode="auto">
                <a:xfrm>
                  <a:off x="59148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792" name="Google Shape;1474;p18"/>
              <p:cNvGrpSpPr/>
              <p:nvPr/>
            </p:nvGrpSpPr>
            <p:grpSpPr bwMode="auto">
              <a:xfrm>
                <a:off x="-18000" y="4562280"/>
                <a:ext cx="882720" cy="50760"/>
                <a:chOff x="-18000" y="4562280"/>
                <a:chExt cx="882720" cy="50760"/>
              </a:xfrm>
            </p:grpSpPr>
            <p:sp>
              <p:nvSpPr>
                <p:cNvPr id="793" name="Google Shape;1475;p18"/>
                <p:cNvSpPr/>
                <p:nvPr/>
              </p:nvSpPr>
              <p:spPr bwMode="auto">
                <a:xfrm>
                  <a:off x="-1800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94" name="Google Shape;1476;p18"/>
                <p:cNvSpPr/>
                <p:nvPr/>
              </p:nvSpPr>
              <p:spPr bwMode="auto">
                <a:xfrm>
                  <a:off x="741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95" name="Google Shape;1477;p18"/>
                <p:cNvSpPr/>
                <p:nvPr/>
              </p:nvSpPr>
              <p:spPr bwMode="auto">
                <a:xfrm>
                  <a:off x="16668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96" name="Google Shape;1478;p18"/>
                <p:cNvSpPr/>
                <p:nvPr/>
              </p:nvSpPr>
              <p:spPr bwMode="auto">
                <a:xfrm>
                  <a:off x="25920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97" name="Google Shape;1479;p18"/>
                <p:cNvSpPr/>
                <p:nvPr/>
              </p:nvSpPr>
              <p:spPr bwMode="auto">
                <a:xfrm>
                  <a:off x="35172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98" name="Google Shape;1480;p18"/>
                <p:cNvSpPr/>
                <p:nvPr/>
              </p:nvSpPr>
              <p:spPr bwMode="auto">
                <a:xfrm>
                  <a:off x="44424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99" name="Google Shape;1481;p18"/>
                <p:cNvSpPr/>
                <p:nvPr/>
              </p:nvSpPr>
              <p:spPr bwMode="auto">
                <a:xfrm>
                  <a:off x="5367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00" name="Google Shape;1482;p18"/>
                <p:cNvSpPr/>
                <p:nvPr/>
              </p:nvSpPr>
              <p:spPr bwMode="auto">
                <a:xfrm>
                  <a:off x="62928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01" name="Google Shape;1483;p18"/>
                <p:cNvSpPr/>
                <p:nvPr/>
              </p:nvSpPr>
              <p:spPr bwMode="auto">
                <a:xfrm>
                  <a:off x="72144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02" name="Google Shape;1484;p18"/>
                <p:cNvSpPr/>
                <p:nvPr/>
              </p:nvSpPr>
              <p:spPr bwMode="auto">
                <a:xfrm>
                  <a:off x="8139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  <p:grpSp>
        <p:nvGrpSpPr>
          <p:cNvPr id="1269621826" name="Google Shape;1485;p18"/>
          <p:cNvGrpSpPr/>
          <p:nvPr/>
        </p:nvGrpSpPr>
        <p:grpSpPr bwMode="auto">
          <a:xfrm>
            <a:off x="5717520" y="4966560"/>
            <a:ext cx="1520280" cy="301680"/>
            <a:chOff x="5717520" y="4966560"/>
            <a:chExt cx="1520280" cy="301680"/>
          </a:xfrm>
        </p:grpSpPr>
        <p:sp>
          <p:nvSpPr>
            <p:cNvPr id="804" name="Google Shape;1486;p18"/>
            <p:cNvSpPr/>
            <p:nvPr/>
          </p:nvSpPr>
          <p:spPr bwMode="auto">
            <a:xfrm>
              <a:off x="5810760" y="50130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05" name="Google Shape;1487;p18"/>
            <p:cNvSpPr/>
            <p:nvPr/>
          </p:nvSpPr>
          <p:spPr bwMode="auto">
            <a:xfrm>
              <a:off x="7146360" y="51768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06" name="Google Shape;1488;p18"/>
            <p:cNvSpPr/>
            <p:nvPr/>
          </p:nvSpPr>
          <p:spPr bwMode="auto">
            <a:xfrm>
              <a:off x="7170480" y="52012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07" name="Google Shape;1489;p18"/>
            <p:cNvSpPr/>
            <p:nvPr/>
          </p:nvSpPr>
          <p:spPr bwMode="auto">
            <a:xfrm>
              <a:off x="5717520" y="49665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08" name="Google Shape;1490;p18"/>
            <p:cNvSpPr/>
            <p:nvPr/>
          </p:nvSpPr>
          <p:spPr bwMode="auto">
            <a:xfrm>
              <a:off x="5741280" y="49914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596264220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_10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42173966" name="Google Shape;1492;p19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811" name="Google Shape;1493;p19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12" name="Google Shape;1494;p19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13" name="Google Shape;1495;p19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14" name="Google Shape;1496;p19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15" name="Google Shape;1497;p19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16" name="Google Shape;1498;p19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17" name="Google Shape;1499;p19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18" name="Google Shape;1500;p19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19" name="Google Shape;1501;p19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20" name="Google Shape;1502;p19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21" name="Google Shape;1503;p19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22" name="Google Shape;1504;p19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23" name="Google Shape;1505;p19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24" name="Google Shape;1506;p19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25" name="Google Shape;1507;p19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26" name="Google Shape;1508;p19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27" name="Google Shape;1509;p19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28" name="Google Shape;1510;p19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29" name="Google Shape;1511;p19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30" name="Google Shape;1512;p19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31" name="Google Shape;1513;p19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32" name="Google Shape;1514;p19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33" name="Google Shape;1515;p19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34" name="Google Shape;1516;p19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35" name="Google Shape;1517;p19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36" name="Google Shape;1518;p19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37" name="Google Shape;1519;p19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38" name="Google Shape;1520;p19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39" name="Google Shape;1521;p19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40" name="Google Shape;1522;p19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41" name="Google Shape;1523;p19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42" name="Google Shape;1524;p19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43" name="Google Shape;1525;p19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44" name="Google Shape;1526;p19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45" name="Google Shape;1527;p19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46" name="Google Shape;1528;p19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47" name="Google Shape;1529;p19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48" name="Google Shape;1530;p19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418180256" name="PlaceHolder 1"/>
          <p:cNvSpPr>
            <a:spLocks noGrp="1"/>
          </p:cNvSpPr>
          <p:nvPr>
            <p:ph type="title"/>
          </p:nvPr>
        </p:nvSpPr>
        <p:spPr bwMode="auto">
          <a:xfrm>
            <a:off x="1773000" y="2597040"/>
            <a:ext cx="18853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05221391" name="PlaceHolder 2"/>
          <p:cNvSpPr>
            <a:spLocks noGrp="1"/>
          </p:cNvSpPr>
          <p:nvPr>
            <p:ph type="title"/>
          </p:nvPr>
        </p:nvSpPr>
        <p:spPr bwMode="auto">
          <a:xfrm>
            <a:off x="5491080" y="3013560"/>
            <a:ext cx="18853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2066355029" name="Google Shape;1535;p19"/>
          <p:cNvGrpSpPr/>
          <p:nvPr/>
        </p:nvGrpSpPr>
        <p:grpSpPr bwMode="auto">
          <a:xfrm>
            <a:off x="0" y="4386960"/>
            <a:ext cx="1284120" cy="586440"/>
            <a:chOff x="0" y="4386960"/>
            <a:chExt cx="1284120" cy="586440"/>
          </a:xfrm>
        </p:grpSpPr>
        <p:sp>
          <p:nvSpPr>
            <p:cNvPr id="852" name="Google Shape;1536;p19"/>
            <p:cNvSpPr/>
            <p:nvPr/>
          </p:nvSpPr>
          <p:spPr bwMode="auto">
            <a:xfrm rot="16199998">
              <a:off x="348840" y="403812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853" name="Google Shape;1537;p19"/>
            <p:cNvGrpSpPr/>
            <p:nvPr/>
          </p:nvGrpSpPr>
          <p:grpSpPr bwMode="auto">
            <a:xfrm>
              <a:off x="360" y="4559400"/>
              <a:ext cx="882720" cy="241560"/>
              <a:chOff x="360" y="4559400"/>
              <a:chExt cx="882720" cy="241560"/>
            </a:xfrm>
          </p:grpSpPr>
          <p:sp>
            <p:nvSpPr>
              <p:cNvPr id="854" name="Google Shape;1538;p19"/>
              <p:cNvSpPr/>
              <p:nvPr/>
            </p:nvSpPr>
            <p:spPr bwMode="auto">
              <a:xfrm rot="10800000">
                <a:off x="731160" y="455940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 fill="norm" stroke="1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55" name="Google Shape;1539;p19"/>
              <p:cNvSpPr/>
              <p:nvPr/>
            </p:nvSpPr>
            <p:spPr bwMode="auto">
              <a:xfrm rot="10800000">
                <a:off x="585360" y="45594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56" name="Google Shape;1540;p19"/>
              <p:cNvSpPr/>
              <p:nvPr/>
            </p:nvSpPr>
            <p:spPr bwMode="auto">
              <a:xfrm rot="10800000">
                <a:off x="439200" y="45594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57" name="Google Shape;1541;p19"/>
              <p:cNvSpPr/>
              <p:nvPr/>
            </p:nvSpPr>
            <p:spPr bwMode="auto">
              <a:xfrm rot="10800000">
                <a:off x="293040" y="45594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58" name="Google Shape;1542;p19"/>
              <p:cNvSpPr/>
              <p:nvPr/>
            </p:nvSpPr>
            <p:spPr bwMode="auto">
              <a:xfrm rot="10800000">
                <a:off x="146880" y="45594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59" name="Google Shape;1543;p19"/>
              <p:cNvSpPr/>
              <p:nvPr/>
            </p:nvSpPr>
            <p:spPr bwMode="auto">
              <a:xfrm rot="10800000">
                <a:off x="360" y="45594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943218553" name="Google Shape;1544;p19"/>
          <p:cNvGrpSpPr/>
          <p:nvPr/>
        </p:nvGrpSpPr>
        <p:grpSpPr bwMode="auto">
          <a:xfrm>
            <a:off x="1852200" y="-114480"/>
            <a:ext cx="1520640" cy="301680"/>
            <a:chOff x="1852200" y="-114480"/>
            <a:chExt cx="1520640" cy="301680"/>
          </a:xfrm>
        </p:grpSpPr>
        <p:sp>
          <p:nvSpPr>
            <p:cNvPr id="861" name="Google Shape;1545;p19"/>
            <p:cNvSpPr/>
            <p:nvPr/>
          </p:nvSpPr>
          <p:spPr bwMode="auto">
            <a:xfrm>
              <a:off x="1945800" y="-680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62" name="Google Shape;1546;p19"/>
            <p:cNvSpPr/>
            <p:nvPr/>
          </p:nvSpPr>
          <p:spPr bwMode="auto">
            <a:xfrm>
              <a:off x="3281400" y="957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63" name="Google Shape;1547;p19"/>
            <p:cNvSpPr/>
            <p:nvPr/>
          </p:nvSpPr>
          <p:spPr bwMode="auto">
            <a:xfrm>
              <a:off x="3305160" y="1206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64" name="Google Shape;1548;p19"/>
            <p:cNvSpPr/>
            <p:nvPr/>
          </p:nvSpPr>
          <p:spPr bwMode="auto">
            <a:xfrm>
              <a:off x="1852200" y="-11448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65" name="Google Shape;1549;p19"/>
            <p:cNvSpPr/>
            <p:nvPr/>
          </p:nvSpPr>
          <p:spPr bwMode="auto">
            <a:xfrm>
              <a:off x="1876320" y="-896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654165911" name="Google Shape;1550;p19"/>
          <p:cNvGrpSpPr/>
          <p:nvPr/>
        </p:nvGrpSpPr>
        <p:grpSpPr bwMode="auto">
          <a:xfrm>
            <a:off x="-141480" y="1750680"/>
            <a:ext cx="552600" cy="98640"/>
            <a:chOff x="-141480" y="1750680"/>
            <a:chExt cx="552600" cy="98640"/>
          </a:xfrm>
        </p:grpSpPr>
        <p:sp>
          <p:nvSpPr>
            <p:cNvPr id="867" name="Google Shape;1551;p19"/>
            <p:cNvSpPr/>
            <p:nvPr/>
          </p:nvSpPr>
          <p:spPr bwMode="auto">
            <a:xfrm rot="5400000">
              <a:off x="312480" y="17506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68" name="Google Shape;1552;p19"/>
            <p:cNvSpPr/>
            <p:nvPr/>
          </p:nvSpPr>
          <p:spPr bwMode="auto">
            <a:xfrm rot="5400000">
              <a:off x="339120" y="17776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69" name="Google Shape;1553;p19"/>
            <p:cNvSpPr/>
            <p:nvPr/>
          </p:nvSpPr>
          <p:spPr bwMode="auto">
            <a:xfrm rot="5400000">
              <a:off x="-141480" y="17535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70" name="Google Shape;1554;p19"/>
            <p:cNvSpPr/>
            <p:nvPr/>
          </p:nvSpPr>
          <p:spPr bwMode="auto">
            <a:xfrm rot="5400000">
              <a:off x="-117720" y="17776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71" name="Google Shape;1555;p19"/>
            <p:cNvSpPr/>
            <p:nvPr/>
          </p:nvSpPr>
          <p:spPr bwMode="auto">
            <a:xfrm rot="5400000">
              <a:off x="134640" y="16149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718712336" name="Google Shape;1556;p19"/>
          <p:cNvSpPr/>
          <p:nvPr/>
        </p:nvSpPr>
        <p:spPr bwMode="auto">
          <a:xfrm>
            <a:off x="47124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119184083" name="Google Shape;1557;p19"/>
          <p:cNvSpPr/>
          <p:nvPr/>
        </p:nvSpPr>
        <p:spPr bwMode="auto">
          <a:xfrm>
            <a:off x="-1281600" y="37908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055391053" name="Google Shape;1558;p19"/>
          <p:cNvSpPr/>
          <p:nvPr/>
        </p:nvSpPr>
        <p:spPr bwMode="auto">
          <a:xfrm rot="10800000">
            <a:off x="85575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992466533" name="Google Shape;1559;p19"/>
          <p:cNvSpPr/>
          <p:nvPr/>
        </p:nvSpPr>
        <p:spPr bwMode="auto"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993584809" name="Google Shape;1560;p19"/>
          <p:cNvGrpSpPr/>
          <p:nvPr/>
        </p:nvGrpSpPr>
        <p:grpSpPr bwMode="auto"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877" name="Google Shape;1561;p19"/>
            <p:cNvSpPr/>
            <p:nvPr/>
          </p:nvSpPr>
          <p:spPr bwMode="auto">
            <a:xfrm rot="5400000">
              <a:off x="8567640" y="401940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 stroke="1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78" name="Google Shape;1562;p19"/>
            <p:cNvSpPr/>
            <p:nvPr/>
          </p:nvSpPr>
          <p:spPr bwMode="auto">
            <a:xfrm rot="5400000">
              <a:off x="9340200" y="4746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79" name="Google Shape;1563;p19"/>
            <p:cNvSpPr/>
            <p:nvPr/>
          </p:nvSpPr>
          <p:spPr bwMode="auto">
            <a:xfrm rot="5400000">
              <a:off x="9365040" y="47703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80" name="Google Shape;1564;p19"/>
            <p:cNvSpPr/>
            <p:nvPr/>
          </p:nvSpPr>
          <p:spPr bwMode="auto">
            <a:xfrm rot="5400000">
              <a:off x="7911360" y="4536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81" name="Google Shape;1565;p19"/>
            <p:cNvSpPr/>
            <p:nvPr/>
          </p:nvSpPr>
          <p:spPr bwMode="auto">
            <a:xfrm rot="5400000">
              <a:off x="7935480" y="456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173052833" name="PlaceHolder 3"/>
          <p:cNvSpPr>
            <a:spLocks noGrp="1"/>
          </p:cNvSpPr>
          <p:nvPr>
            <p:ph type="title"/>
          </p:nvPr>
        </p:nvSpPr>
        <p:spPr bwMode="auto"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5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32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_17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08515995" name="Google Shape;1568;p20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884" name="Google Shape;1569;p20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85" name="Google Shape;1570;p20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86" name="Google Shape;1571;p20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87" name="Google Shape;1572;p20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88" name="Google Shape;1573;p20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89" name="Google Shape;1574;p20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90" name="Google Shape;1575;p20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91" name="Google Shape;1576;p20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92" name="Google Shape;1577;p20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93" name="Google Shape;1578;p20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94" name="Google Shape;1579;p20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95" name="Google Shape;1580;p20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96" name="Google Shape;1581;p20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97" name="Google Shape;1582;p20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98" name="Google Shape;1583;p20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99" name="Google Shape;1584;p20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00" name="Google Shape;1585;p20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01" name="Google Shape;1586;p20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02" name="Google Shape;1587;p20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03" name="Google Shape;1588;p20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04" name="Google Shape;1589;p20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05" name="Google Shape;1590;p20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06" name="Google Shape;1591;p20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07" name="Google Shape;1592;p20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08" name="Google Shape;1593;p20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09" name="Google Shape;1594;p20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10" name="Google Shape;1595;p20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11" name="Google Shape;1596;p20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12" name="Google Shape;1597;p20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13" name="Google Shape;1598;p20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14" name="Google Shape;1599;p20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15" name="Google Shape;1600;p20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16" name="Google Shape;1601;p20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17" name="Google Shape;1602;p20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18" name="Google Shape;1603;p20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19" name="Google Shape;1604;p20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20" name="Google Shape;1605;p20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21" name="Google Shape;1606;p20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758554971" name="Google Shape;1609;p20"/>
          <p:cNvGrpSpPr/>
          <p:nvPr/>
        </p:nvGrpSpPr>
        <p:grpSpPr bwMode="auto">
          <a:xfrm>
            <a:off x="1440" y="-88920"/>
            <a:ext cx="586440" cy="1284120"/>
            <a:chOff x="1440" y="-88920"/>
            <a:chExt cx="586440" cy="1284120"/>
          </a:xfrm>
        </p:grpSpPr>
        <p:sp>
          <p:nvSpPr>
            <p:cNvPr id="923" name="Google Shape;1610;p20"/>
            <p:cNvSpPr/>
            <p:nvPr/>
          </p:nvSpPr>
          <p:spPr bwMode="auto">
            <a:xfrm>
              <a:off x="1440" y="-8892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924" name="Google Shape;1611;p20"/>
            <p:cNvGrpSpPr/>
            <p:nvPr/>
          </p:nvGrpSpPr>
          <p:grpSpPr bwMode="auto">
            <a:xfrm>
              <a:off x="173880" y="-88200"/>
              <a:ext cx="241560" cy="882720"/>
              <a:chOff x="173880" y="-88200"/>
              <a:chExt cx="241560" cy="882720"/>
            </a:xfrm>
          </p:grpSpPr>
          <p:sp>
            <p:nvSpPr>
              <p:cNvPr id="925" name="Google Shape;1612;p20"/>
              <p:cNvSpPr/>
              <p:nvPr/>
            </p:nvSpPr>
            <p:spPr bwMode="auto">
              <a:xfrm rot="16199998">
                <a:off x="218520" y="59760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 fill="norm" stroke="1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26" name="Google Shape;1613;p20"/>
              <p:cNvSpPr/>
              <p:nvPr/>
            </p:nvSpPr>
            <p:spPr bwMode="auto">
              <a:xfrm rot="16199998">
                <a:off x="219240" y="45072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27" name="Google Shape;1614;p20"/>
              <p:cNvSpPr/>
              <p:nvPr/>
            </p:nvSpPr>
            <p:spPr bwMode="auto">
              <a:xfrm rot="16199998">
                <a:off x="219240" y="3045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28" name="Google Shape;1615;p20"/>
              <p:cNvSpPr/>
              <p:nvPr/>
            </p:nvSpPr>
            <p:spPr bwMode="auto">
              <a:xfrm rot="16199998">
                <a:off x="219240" y="1584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29" name="Google Shape;1616;p20"/>
              <p:cNvSpPr/>
              <p:nvPr/>
            </p:nvSpPr>
            <p:spPr bwMode="auto">
              <a:xfrm rot="16199998">
                <a:off x="219240" y="1224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30" name="Google Shape;1617;p20"/>
              <p:cNvSpPr/>
              <p:nvPr/>
            </p:nvSpPr>
            <p:spPr bwMode="auto">
              <a:xfrm rot="16199998">
                <a:off x="219240" y="-1335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236918134" name="Google Shape;1618;p20"/>
          <p:cNvGrpSpPr/>
          <p:nvPr/>
        </p:nvGrpSpPr>
        <p:grpSpPr bwMode="auto">
          <a:xfrm>
            <a:off x="6028200" y="176040"/>
            <a:ext cx="552600" cy="98640"/>
            <a:chOff x="6028200" y="176040"/>
            <a:chExt cx="552600" cy="98640"/>
          </a:xfrm>
        </p:grpSpPr>
        <p:sp>
          <p:nvSpPr>
            <p:cNvPr id="932" name="Google Shape;1619;p20"/>
            <p:cNvSpPr/>
            <p:nvPr/>
          </p:nvSpPr>
          <p:spPr bwMode="auto">
            <a:xfrm rot="5400000">
              <a:off x="6482160" y="1760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33" name="Google Shape;1620;p20"/>
            <p:cNvSpPr/>
            <p:nvPr/>
          </p:nvSpPr>
          <p:spPr bwMode="auto">
            <a:xfrm rot="5400000">
              <a:off x="6508800" y="2026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34" name="Google Shape;1621;p20"/>
            <p:cNvSpPr/>
            <p:nvPr/>
          </p:nvSpPr>
          <p:spPr bwMode="auto">
            <a:xfrm rot="5400000">
              <a:off x="6028200" y="1789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35" name="Google Shape;1622;p20"/>
            <p:cNvSpPr/>
            <p:nvPr/>
          </p:nvSpPr>
          <p:spPr bwMode="auto">
            <a:xfrm rot="5400000">
              <a:off x="6051960" y="2030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36" name="Google Shape;1623;p20"/>
            <p:cNvSpPr/>
            <p:nvPr/>
          </p:nvSpPr>
          <p:spPr bwMode="auto">
            <a:xfrm rot="5400000">
              <a:off x="6303960" y="399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278951427" name="Google Shape;1624;p20"/>
          <p:cNvGrpSpPr/>
          <p:nvPr/>
        </p:nvGrpSpPr>
        <p:grpSpPr bwMode="auto">
          <a:xfrm>
            <a:off x="-225719" y="4407480"/>
            <a:ext cx="552600" cy="98640"/>
            <a:chOff x="-225719" y="4407480"/>
            <a:chExt cx="552600" cy="98640"/>
          </a:xfrm>
        </p:grpSpPr>
        <p:sp>
          <p:nvSpPr>
            <p:cNvPr id="938" name="Google Shape;1625;p20"/>
            <p:cNvSpPr/>
            <p:nvPr/>
          </p:nvSpPr>
          <p:spPr bwMode="auto">
            <a:xfrm rot="5400000">
              <a:off x="228240" y="44074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39" name="Google Shape;1626;p20"/>
            <p:cNvSpPr/>
            <p:nvPr/>
          </p:nvSpPr>
          <p:spPr bwMode="auto">
            <a:xfrm rot="5400000">
              <a:off x="254880" y="4434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40" name="Google Shape;1627;p20"/>
            <p:cNvSpPr/>
            <p:nvPr/>
          </p:nvSpPr>
          <p:spPr bwMode="auto">
            <a:xfrm rot="5400000">
              <a:off x="-225719" y="4410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41" name="Google Shape;1628;p20"/>
            <p:cNvSpPr/>
            <p:nvPr/>
          </p:nvSpPr>
          <p:spPr bwMode="auto">
            <a:xfrm rot="5400000">
              <a:off x="-201600" y="44344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42" name="Google Shape;1629;p20"/>
            <p:cNvSpPr/>
            <p:nvPr/>
          </p:nvSpPr>
          <p:spPr bwMode="auto">
            <a:xfrm rot="5400000">
              <a:off x="50400" y="42717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263268475" name="Google Shape;1630;p20"/>
          <p:cNvGrpSpPr/>
          <p:nvPr/>
        </p:nvGrpSpPr>
        <p:grpSpPr bwMode="auto">
          <a:xfrm>
            <a:off x="-799200" y="4748760"/>
            <a:ext cx="1822320" cy="196200"/>
            <a:chOff x="-799200" y="4748760"/>
            <a:chExt cx="1822320" cy="196200"/>
          </a:xfrm>
        </p:grpSpPr>
        <p:sp>
          <p:nvSpPr>
            <p:cNvPr id="944" name="Google Shape;1631;p20"/>
            <p:cNvSpPr/>
            <p:nvPr/>
          </p:nvSpPr>
          <p:spPr bwMode="auto">
            <a:xfrm flipH="1">
              <a:off x="-799200" y="479484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45" name="Google Shape;1632;p20"/>
            <p:cNvSpPr/>
            <p:nvPr/>
          </p:nvSpPr>
          <p:spPr bwMode="auto">
            <a:xfrm flipH="1">
              <a:off x="931680" y="47487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46" name="Google Shape;1633;p20"/>
            <p:cNvSpPr/>
            <p:nvPr/>
          </p:nvSpPr>
          <p:spPr bwMode="auto">
            <a:xfrm flipH="1">
              <a:off x="955080" y="477324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336328988" name="Google Shape;1634;p20"/>
          <p:cNvSpPr/>
          <p:nvPr/>
        </p:nvSpPr>
        <p:spPr bwMode="auto">
          <a:xfrm rot="10800000">
            <a:off x="8557560" y="4011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216145191" name="Google Shape;1635;p20"/>
          <p:cNvGrpSpPr/>
          <p:nvPr/>
        </p:nvGrpSpPr>
        <p:grpSpPr bwMode="auto">
          <a:xfrm>
            <a:off x="7911360" y="4688640"/>
            <a:ext cx="1520280" cy="301320"/>
            <a:chOff x="7911360" y="4688640"/>
            <a:chExt cx="1520280" cy="301320"/>
          </a:xfrm>
        </p:grpSpPr>
        <p:sp>
          <p:nvSpPr>
            <p:cNvPr id="949" name="Google Shape;1636;p20"/>
            <p:cNvSpPr/>
            <p:nvPr/>
          </p:nvSpPr>
          <p:spPr bwMode="auto">
            <a:xfrm rot="5400000">
              <a:off x="8567640" y="417168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 stroke="1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50" name="Google Shape;1637;p20"/>
            <p:cNvSpPr/>
            <p:nvPr/>
          </p:nvSpPr>
          <p:spPr bwMode="auto">
            <a:xfrm rot="5400000">
              <a:off x="9340200" y="4898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51" name="Google Shape;1638;p20"/>
            <p:cNvSpPr/>
            <p:nvPr/>
          </p:nvSpPr>
          <p:spPr bwMode="auto">
            <a:xfrm rot="5400000">
              <a:off x="9365040" y="49226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52" name="Google Shape;1639;p20"/>
            <p:cNvSpPr/>
            <p:nvPr/>
          </p:nvSpPr>
          <p:spPr bwMode="auto">
            <a:xfrm rot="5400000">
              <a:off x="7911360" y="4688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53" name="Google Shape;1640;p20"/>
            <p:cNvSpPr/>
            <p:nvPr/>
          </p:nvSpPr>
          <p:spPr bwMode="auto">
            <a:xfrm rot="5400000">
              <a:off x="7935480" y="47134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447385793" name="Google Shape;1641;p20"/>
          <p:cNvGrpSpPr/>
          <p:nvPr/>
        </p:nvGrpSpPr>
        <p:grpSpPr bwMode="auto">
          <a:xfrm>
            <a:off x="1434600" y="384480"/>
            <a:ext cx="1252800" cy="50760"/>
            <a:chOff x="1434600" y="384480"/>
            <a:chExt cx="1252800" cy="50760"/>
          </a:xfrm>
        </p:grpSpPr>
        <p:sp>
          <p:nvSpPr>
            <p:cNvPr id="955" name="Google Shape;1642;p20"/>
            <p:cNvSpPr/>
            <p:nvPr/>
          </p:nvSpPr>
          <p:spPr bwMode="auto">
            <a:xfrm>
              <a:off x="14346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56" name="Google Shape;1643;p20"/>
            <p:cNvSpPr/>
            <p:nvPr/>
          </p:nvSpPr>
          <p:spPr bwMode="auto">
            <a:xfrm>
              <a:off x="152712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57" name="Google Shape;1644;p20"/>
            <p:cNvSpPr/>
            <p:nvPr/>
          </p:nvSpPr>
          <p:spPr bwMode="auto">
            <a:xfrm>
              <a:off x="161964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58" name="Google Shape;1645;p20"/>
            <p:cNvSpPr/>
            <p:nvPr/>
          </p:nvSpPr>
          <p:spPr bwMode="auto">
            <a:xfrm>
              <a:off x="171216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59" name="Google Shape;1646;p20"/>
            <p:cNvSpPr/>
            <p:nvPr/>
          </p:nvSpPr>
          <p:spPr bwMode="auto">
            <a:xfrm>
              <a:off x="180468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60" name="Google Shape;1647;p20"/>
            <p:cNvSpPr/>
            <p:nvPr/>
          </p:nvSpPr>
          <p:spPr bwMode="auto">
            <a:xfrm>
              <a:off x="18972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61" name="Google Shape;1648;p20"/>
            <p:cNvSpPr/>
            <p:nvPr/>
          </p:nvSpPr>
          <p:spPr bwMode="auto">
            <a:xfrm>
              <a:off x="198936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62" name="Google Shape;1649;p20"/>
            <p:cNvSpPr/>
            <p:nvPr/>
          </p:nvSpPr>
          <p:spPr bwMode="auto">
            <a:xfrm>
              <a:off x="208188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63" name="Google Shape;1650;p20"/>
            <p:cNvSpPr/>
            <p:nvPr/>
          </p:nvSpPr>
          <p:spPr bwMode="auto">
            <a:xfrm>
              <a:off x="21744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64" name="Google Shape;1651;p20"/>
            <p:cNvSpPr/>
            <p:nvPr/>
          </p:nvSpPr>
          <p:spPr bwMode="auto">
            <a:xfrm>
              <a:off x="226692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65" name="Google Shape;1652;p20"/>
            <p:cNvSpPr/>
            <p:nvPr/>
          </p:nvSpPr>
          <p:spPr bwMode="auto">
            <a:xfrm>
              <a:off x="235944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66" name="Google Shape;1653;p20"/>
            <p:cNvSpPr/>
            <p:nvPr/>
          </p:nvSpPr>
          <p:spPr bwMode="auto">
            <a:xfrm>
              <a:off x="24516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67" name="Google Shape;1654;p20"/>
            <p:cNvSpPr/>
            <p:nvPr/>
          </p:nvSpPr>
          <p:spPr bwMode="auto">
            <a:xfrm>
              <a:off x="254412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68" name="Google Shape;1655;p20"/>
            <p:cNvSpPr/>
            <p:nvPr/>
          </p:nvSpPr>
          <p:spPr bwMode="auto">
            <a:xfrm>
              <a:off x="263664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408782437" name="PlaceHolder 1"/>
          <p:cNvSpPr>
            <a:spLocks noGrp="1"/>
          </p:cNvSpPr>
          <p:nvPr>
            <p:ph type="title"/>
          </p:nvPr>
        </p:nvSpPr>
        <p:spPr bwMode="auto"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5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32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SECTION_HEADER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42580314" name="Google Shape;128;p3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971" name="Google Shape;129;p3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72" name="Google Shape;130;p3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73" name="Google Shape;131;p3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74" name="Google Shape;132;p3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75" name="Google Shape;133;p3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76" name="Google Shape;134;p3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77" name="Google Shape;135;p3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78" name="Google Shape;136;p3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79" name="Google Shape;137;p3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80" name="Google Shape;138;p3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81" name="Google Shape;139;p3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82" name="Google Shape;140;p3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83" name="Google Shape;141;p3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84" name="Google Shape;142;p3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85" name="Google Shape;143;p3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86" name="Google Shape;144;p3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87" name="Google Shape;145;p3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88" name="Google Shape;146;p3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89" name="Google Shape;147;p3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90" name="Google Shape;148;p3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91" name="Google Shape;149;p3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92" name="Google Shape;150;p3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93" name="Google Shape;151;p3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94" name="Google Shape;152;p3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95" name="Google Shape;153;p3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96" name="Google Shape;154;p3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97" name="Google Shape;155;p3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98" name="Google Shape;156;p3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99" name="Google Shape;157;p3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00" name="Google Shape;158;p3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01" name="Google Shape;159;p3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02" name="Google Shape;160;p3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03" name="Google Shape;161;p3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04" name="Google Shape;162;p3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05" name="Google Shape;163;p3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06" name="Google Shape;164;p3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07" name="Google Shape;165;p3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08" name="Google Shape;166;p3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546322501" name="PlaceHolder 1"/>
          <p:cNvSpPr>
            <a:spLocks noGrp="1"/>
          </p:cNvSpPr>
          <p:nvPr>
            <p:ph type="title"/>
          </p:nvPr>
        </p:nvSpPr>
        <p:spPr bwMode="auto">
          <a:xfrm>
            <a:off x="1208520" y="2089080"/>
            <a:ext cx="6726600" cy="84132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Autofit/>
          </a:bodyPr>
          <a:p>
            <a:pPr indent="0">
              <a:buNone/>
              <a:defRPr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5821695" name="PlaceHolder 2"/>
          <p:cNvSpPr>
            <a:spLocks noGrp="1"/>
          </p:cNvSpPr>
          <p:nvPr>
            <p:ph type="title"/>
          </p:nvPr>
        </p:nvSpPr>
        <p:spPr bwMode="auto">
          <a:xfrm>
            <a:off x="3132360" y="1168560"/>
            <a:ext cx="2878920" cy="920520"/>
          </a:xfrm>
          <a:prstGeom prst="rect">
            <a:avLst/>
          </a:prstGeom>
          <a:noFill/>
          <a:ln w="0">
            <a:noFill/>
          </a:ln>
          <a:effectLst>
            <a:outerShdw blurRad="57240" dist="0" dir="0" rotWithShape="0">
              <a:srgbClr val="8FFFFF"/>
            </a:outerShdw>
          </a:effectLst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  <a:defRPr/>
            </a:pPr>
            <a:r>
              <a:rPr lang="fr-FR" sz="8000" b="1" u="none" strike="noStrike">
                <a:solidFill>
                  <a:schemeClr val="accent2"/>
                </a:solidFill>
                <a:latin typeface="Exo"/>
                <a:ea typeface="Exo"/>
              </a:rPr>
              <a:t>xx%</a:t>
            </a:r>
            <a:endParaRPr lang="fr-FR" sz="8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23246686" name="Google Shape;170;p3"/>
          <p:cNvSpPr/>
          <p:nvPr/>
        </p:nvSpPr>
        <p:spPr bwMode="auto">
          <a:xfrm rot="10800000" flipH="1">
            <a:off x="7847280" y="41259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3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346809023" name="Google Shape;171;p3"/>
          <p:cNvGrpSpPr/>
          <p:nvPr/>
        </p:nvGrpSpPr>
        <p:grpSpPr bwMode="auto">
          <a:xfrm>
            <a:off x="8020080" y="4450680"/>
            <a:ext cx="241560" cy="883080"/>
            <a:chOff x="8020080" y="4450680"/>
            <a:chExt cx="241560" cy="883080"/>
          </a:xfrm>
        </p:grpSpPr>
        <p:sp>
          <p:nvSpPr>
            <p:cNvPr id="1013" name="Google Shape;172;p3"/>
            <p:cNvSpPr/>
            <p:nvPr/>
          </p:nvSpPr>
          <p:spPr bwMode="auto">
            <a:xfrm rot="5400000" flipV="1">
              <a:off x="8064720" y="440568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14" name="Google Shape;173;p3"/>
            <p:cNvSpPr/>
            <p:nvPr/>
          </p:nvSpPr>
          <p:spPr bwMode="auto">
            <a:xfrm rot="5400000" flipV="1">
              <a:off x="8065440" y="45529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15" name="Google Shape;174;p3"/>
            <p:cNvSpPr/>
            <p:nvPr/>
          </p:nvSpPr>
          <p:spPr bwMode="auto">
            <a:xfrm rot="5400000" flipV="1">
              <a:off x="8065440" y="46990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16" name="Google Shape;175;p3"/>
            <p:cNvSpPr/>
            <p:nvPr/>
          </p:nvSpPr>
          <p:spPr bwMode="auto">
            <a:xfrm rot="5400000" flipV="1">
              <a:off x="8065440" y="48452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17" name="Google Shape;176;p3"/>
            <p:cNvSpPr/>
            <p:nvPr/>
          </p:nvSpPr>
          <p:spPr bwMode="auto">
            <a:xfrm rot="5400000" flipV="1">
              <a:off x="8065440" y="4991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18" name="Google Shape;177;p3"/>
            <p:cNvSpPr/>
            <p:nvPr/>
          </p:nvSpPr>
          <p:spPr bwMode="auto">
            <a:xfrm rot="5400000" flipV="1">
              <a:off x="8065440" y="5137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332977245" name="Google Shape;178;p3"/>
          <p:cNvSpPr/>
          <p:nvPr/>
        </p:nvSpPr>
        <p:spPr bwMode="auto">
          <a:xfrm flipH="1">
            <a:off x="8088840" y="1535759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1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536792327" name="Google Shape;179;p3"/>
          <p:cNvGrpSpPr/>
          <p:nvPr/>
        </p:nvGrpSpPr>
        <p:grpSpPr bwMode="auto">
          <a:xfrm>
            <a:off x="8658720" y="2349000"/>
            <a:ext cx="1822680" cy="196560"/>
            <a:chOff x="8658720" y="2349000"/>
            <a:chExt cx="1822680" cy="196560"/>
          </a:xfrm>
        </p:grpSpPr>
        <p:sp>
          <p:nvSpPr>
            <p:cNvPr id="1021" name="Google Shape;180;p3"/>
            <p:cNvSpPr/>
            <p:nvPr/>
          </p:nvSpPr>
          <p:spPr bwMode="auto">
            <a:xfrm>
              <a:off x="8757720" y="239544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22" name="Google Shape;181;p3"/>
            <p:cNvSpPr/>
            <p:nvPr/>
          </p:nvSpPr>
          <p:spPr bwMode="auto">
            <a:xfrm>
              <a:off x="8658720" y="2349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23" name="Google Shape;182;p3"/>
            <p:cNvSpPr/>
            <p:nvPr/>
          </p:nvSpPr>
          <p:spPr bwMode="auto">
            <a:xfrm>
              <a:off x="8683560" y="23738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23177018" name="Google Shape;183;p3"/>
          <p:cNvSpPr/>
          <p:nvPr/>
        </p:nvSpPr>
        <p:spPr bwMode="auto"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069543830" name="Google Shape;184;p3"/>
          <p:cNvSpPr/>
          <p:nvPr/>
        </p:nvSpPr>
        <p:spPr bwMode="auto">
          <a:xfrm>
            <a:off x="16920" y="86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2123286603" name="Google Shape;185;p3"/>
          <p:cNvGrpSpPr/>
          <p:nvPr/>
        </p:nvGrpSpPr>
        <p:grpSpPr bwMode="auto">
          <a:xfrm>
            <a:off x="-270720" y="314280"/>
            <a:ext cx="1520280" cy="301680"/>
            <a:chOff x="-270720" y="314280"/>
            <a:chExt cx="1520280" cy="301680"/>
          </a:xfrm>
        </p:grpSpPr>
        <p:sp>
          <p:nvSpPr>
            <p:cNvPr id="1027" name="Google Shape;186;p3"/>
            <p:cNvSpPr/>
            <p:nvPr/>
          </p:nvSpPr>
          <p:spPr bwMode="auto">
            <a:xfrm rot="16199998">
              <a:off x="384120" y="-20268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 stroke="1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28" name="Google Shape;187;p3"/>
            <p:cNvSpPr/>
            <p:nvPr/>
          </p:nvSpPr>
          <p:spPr bwMode="auto">
            <a:xfrm rot="16199998">
              <a:off x="-270720" y="3142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29" name="Google Shape;188;p3"/>
            <p:cNvSpPr/>
            <p:nvPr/>
          </p:nvSpPr>
          <p:spPr bwMode="auto">
            <a:xfrm rot="16199998">
              <a:off x="-246960" y="3391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30" name="Google Shape;189;p3"/>
            <p:cNvSpPr/>
            <p:nvPr/>
          </p:nvSpPr>
          <p:spPr bwMode="auto">
            <a:xfrm rot="16199998">
              <a:off x="1158120" y="524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31" name="Google Shape;190;p3"/>
            <p:cNvSpPr/>
            <p:nvPr/>
          </p:nvSpPr>
          <p:spPr bwMode="auto">
            <a:xfrm rot="16199998">
              <a:off x="1182600" y="5486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552752936" name="Google Shape;191;p3"/>
          <p:cNvGrpSpPr/>
          <p:nvPr/>
        </p:nvGrpSpPr>
        <p:grpSpPr bwMode="auto">
          <a:xfrm>
            <a:off x="5134680" y="4950360"/>
            <a:ext cx="1520640" cy="301680"/>
            <a:chOff x="5134680" y="4950360"/>
            <a:chExt cx="1520640" cy="301680"/>
          </a:xfrm>
        </p:grpSpPr>
        <p:sp>
          <p:nvSpPr>
            <p:cNvPr id="1033" name="Google Shape;192;p3"/>
            <p:cNvSpPr/>
            <p:nvPr/>
          </p:nvSpPr>
          <p:spPr bwMode="auto">
            <a:xfrm>
              <a:off x="5228280" y="49968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34" name="Google Shape;193;p3"/>
            <p:cNvSpPr/>
            <p:nvPr/>
          </p:nvSpPr>
          <p:spPr bwMode="auto">
            <a:xfrm>
              <a:off x="6563880" y="5160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35" name="Google Shape;194;p3"/>
            <p:cNvSpPr/>
            <p:nvPr/>
          </p:nvSpPr>
          <p:spPr bwMode="auto">
            <a:xfrm>
              <a:off x="6587640" y="51850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36" name="Google Shape;195;p3"/>
            <p:cNvSpPr/>
            <p:nvPr/>
          </p:nvSpPr>
          <p:spPr bwMode="auto">
            <a:xfrm>
              <a:off x="5134680" y="49503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37" name="Google Shape;196;p3"/>
            <p:cNvSpPr/>
            <p:nvPr/>
          </p:nvSpPr>
          <p:spPr bwMode="auto">
            <a:xfrm>
              <a:off x="5158800" y="49752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315292876" name="Google Shape;197;p3"/>
          <p:cNvGrpSpPr/>
          <p:nvPr/>
        </p:nvGrpSpPr>
        <p:grpSpPr bwMode="auto">
          <a:xfrm>
            <a:off x="8419680" y="3307320"/>
            <a:ext cx="1105920" cy="133560"/>
            <a:chOff x="8419680" y="3307320"/>
            <a:chExt cx="1105920" cy="133560"/>
          </a:xfrm>
        </p:grpSpPr>
        <p:grpSp>
          <p:nvGrpSpPr>
            <p:cNvPr id="1039" name="Google Shape;198;p3"/>
            <p:cNvGrpSpPr/>
            <p:nvPr/>
          </p:nvGrpSpPr>
          <p:grpSpPr bwMode="auto">
            <a:xfrm>
              <a:off x="8419680" y="3390120"/>
              <a:ext cx="883080" cy="50760"/>
              <a:chOff x="8419680" y="3390120"/>
              <a:chExt cx="883080" cy="50760"/>
            </a:xfrm>
          </p:grpSpPr>
          <p:sp>
            <p:nvSpPr>
              <p:cNvPr id="1040" name="Google Shape;199;p3"/>
              <p:cNvSpPr/>
              <p:nvPr/>
            </p:nvSpPr>
            <p:spPr bwMode="auto">
              <a:xfrm>
                <a:off x="841968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41" name="Google Shape;200;p3"/>
              <p:cNvSpPr/>
              <p:nvPr/>
            </p:nvSpPr>
            <p:spPr bwMode="auto">
              <a:xfrm>
                <a:off x="851220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42" name="Google Shape;201;p3"/>
              <p:cNvSpPr/>
              <p:nvPr/>
            </p:nvSpPr>
            <p:spPr bwMode="auto">
              <a:xfrm>
                <a:off x="860472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43" name="Google Shape;202;p3"/>
              <p:cNvSpPr/>
              <p:nvPr/>
            </p:nvSpPr>
            <p:spPr bwMode="auto">
              <a:xfrm>
                <a:off x="869724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44" name="Google Shape;203;p3"/>
              <p:cNvSpPr/>
              <p:nvPr/>
            </p:nvSpPr>
            <p:spPr bwMode="auto">
              <a:xfrm>
                <a:off x="878976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45" name="Google Shape;204;p3"/>
              <p:cNvSpPr/>
              <p:nvPr/>
            </p:nvSpPr>
            <p:spPr bwMode="auto">
              <a:xfrm>
                <a:off x="888228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46" name="Google Shape;205;p3"/>
              <p:cNvSpPr/>
              <p:nvPr/>
            </p:nvSpPr>
            <p:spPr bwMode="auto">
              <a:xfrm>
                <a:off x="897444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47" name="Google Shape;206;p3"/>
              <p:cNvSpPr/>
              <p:nvPr/>
            </p:nvSpPr>
            <p:spPr bwMode="auto">
              <a:xfrm>
                <a:off x="906696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48" name="Google Shape;207;p3"/>
              <p:cNvSpPr/>
              <p:nvPr/>
            </p:nvSpPr>
            <p:spPr bwMode="auto">
              <a:xfrm>
                <a:off x="915948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49" name="Google Shape;208;p3"/>
              <p:cNvSpPr/>
              <p:nvPr/>
            </p:nvSpPr>
            <p:spPr bwMode="auto">
              <a:xfrm>
                <a:off x="925200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050" name="Google Shape;209;p3"/>
            <p:cNvGrpSpPr/>
            <p:nvPr/>
          </p:nvGrpSpPr>
          <p:grpSpPr bwMode="auto">
            <a:xfrm>
              <a:off x="8642520" y="3307320"/>
              <a:ext cx="883080" cy="50760"/>
              <a:chOff x="8642520" y="3307320"/>
              <a:chExt cx="883080" cy="50760"/>
            </a:xfrm>
          </p:grpSpPr>
          <p:sp>
            <p:nvSpPr>
              <p:cNvPr id="1051" name="Google Shape;210;p3"/>
              <p:cNvSpPr/>
              <p:nvPr/>
            </p:nvSpPr>
            <p:spPr bwMode="auto">
              <a:xfrm>
                <a:off x="864252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52" name="Google Shape;211;p3"/>
              <p:cNvSpPr/>
              <p:nvPr/>
            </p:nvSpPr>
            <p:spPr bwMode="auto">
              <a:xfrm>
                <a:off x="873504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53" name="Google Shape;212;p3"/>
              <p:cNvSpPr/>
              <p:nvPr/>
            </p:nvSpPr>
            <p:spPr bwMode="auto">
              <a:xfrm>
                <a:off x="882756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54" name="Google Shape;213;p3"/>
              <p:cNvSpPr/>
              <p:nvPr/>
            </p:nvSpPr>
            <p:spPr bwMode="auto">
              <a:xfrm>
                <a:off x="891972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55" name="Google Shape;214;p3"/>
              <p:cNvSpPr/>
              <p:nvPr/>
            </p:nvSpPr>
            <p:spPr bwMode="auto">
              <a:xfrm>
                <a:off x="901224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56" name="Google Shape;215;p3"/>
              <p:cNvSpPr/>
              <p:nvPr/>
            </p:nvSpPr>
            <p:spPr bwMode="auto">
              <a:xfrm>
                <a:off x="910476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57" name="Google Shape;216;p3"/>
              <p:cNvSpPr/>
              <p:nvPr/>
            </p:nvSpPr>
            <p:spPr bwMode="auto">
              <a:xfrm>
                <a:off x="919728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58" name="Google Shape;217;p3"/>
              <p:cNvSpPr/>
              <p:nvPr/>
            </p:nvSpPr>
            <p:spPr bwMode="auto">
              <a:xfrm>
                <a:off x="928980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59" name="Google Shape;218;p3"/>
              <p:cNvSpPr/>
              <p:nvPr/>
            </p:nvSpPr>
            <p:spPr bwMode="auto">
              <a:xfrm>
                <a:off x="938232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60" name="Google Shape;219;p3"/>
              <p:cNvSpPr/>
              <p:nvPr/>
            </p:nvSpPr>
            <p:spPr bwMode="auto">
              <a:xfrm>
                <a:off x="947484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237306324" name="Google Shape;220;p3"/>
          <p:cNvSpPr/>
          <p:nvPr/>
        </p:nvSpPr>
        <p:spPr bwMode="auto">
          <a:xfrm>
            <a:off x="-1414440" y="40237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906566091" name="Google Shape;221;p3"/>
          <p:cNvSpPr/>
          <p:nvPr/>
        </p:nvSpPr>
        <p:spPr bwMode="auto">
          <a:xfrm>
            <a:off x="-1111320" y="37443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969042772" name="Google Shape;222;p3"/>
          <p:cNvGrpSpPr/>
          <p:nvPr/>
        </p:nvGrpSpPr>
        <p:grpSpPr bwMode="auto">
          <a:xfrm>
            <a:off x="-154800" y="2431440"/>
            <a:ext cx="882720" cy="241560"/>
            <a:chOff x="-154800" y="2431440"/>
            <a:chExt cx="882720" cy="241560"/>
          </a:xfrm>
        </p:grpSpPr>
        <p:sp>
          <p:nvSpPr>
            <p:cNvPr id="1064" name="Google Shape;223;p3"/>
            <p:cNvSpPr/>
            <p:nvPr/>
          </p:nvSpPr>
          <p:spPr bwMode="auto">
            <a:xfrm rot="10800000">
              <a:off x="576000" y="24314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65" name="Google Shape;224;p3"/>
            <p:cNvSpPr/>
            <p:nvPr/>
          </p:nvSpPr>
          <p:spPr bwMode="auto">
            <a:xfrm rot="10800000">
              <a:off x="43020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66" name="Google Shape;225;p3"/>
            <p:cNvSpPr/>
            <p:nvPr/>
          </p:nvSpPr>
          <p:spPr bwMode="auto">
            <a:xfrm rot="10800000">
              <a:off x="28404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67" name="Google Shape;226;p3"/>
            <p:cNvSpPr/>
            <p:nvPr/>
          </p:nvSpPr>
          <p:spPr bwMode="auto">
            <a:xfrm rot="10800000">
              <a:off x="13752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68" name="Google Shape;227;p3"/>
            <p:cNvSpPr/>
            <p:nvPr/>
          </p:nvSpPr>
          <p:spPr bwMode="auto">
            <a:xfrm rot="10800000">
              <a:off x="-828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69" name="Google Shape;228;p3"/>
            <p:cNvSpPr/>
            <p:nvPr/>
          </p:nvSpPr>
          <p:spPr bwMode="auto">
            <a:xfrm rot="10800000">
              <a:off x="-15444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_5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8411745" name="Google Shape;1658;p21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071" name="Google Shape;1659;p21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72" name="Google Shape;1660;p21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73" name="Google Shape;1661;p21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74" name="Google Shape;1662;p21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75" name="Google Shape;1663;p21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76" name="Google Shape;1664;p21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77" name="Google Shape;1665;p21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78" name="Google Shape;1666;p21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79" name="Google Shape;1667;p21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80" name="Google Shape;1668;p21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81" name="Google Shape;1669;p21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82" name="Google Shape;1670;p21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83" name="Google Shape;1671;p21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84" name="Google Shape;1672;p21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85" name="Google Shape;1673;p21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86" name="Google Shape;1674;p21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87" name="Google Shape;1675;p21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88" name="Google Shape;1676;p21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89" name="Google Shape;1677;p21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90" name="Google Shape;1678;p21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91" name="Google Shape;1679;p21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92" name="Google Shape;1680;p21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93" name="Google Shape;1681;p21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94" name="Google Shape;1682;p21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95" name="Google Shape;1683;p21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96" name="Google Shape;1684;p21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97" name="Google Shape;1685;p21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98" name="Google Shape;1686;p21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99" name="Google Shape;1687;p21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00" name="Google Shape;1688;p21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01" name="Google Shape;1689;p21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02" name="Google Shape;1690;p21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03" name="Google Shape;1691;p21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04" name="Google Shape;1692;p21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05" name="Google Shape;1693;p21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06" name="Google Shape;1694;p21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07" name="Google Shape;1695;p21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08" name="Google Shape;1696;p21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289577678" name="PlaceHolder 1"/>
          <p:cNvSpPr>
            <a:spLocks noGrp="1"/>
          </p:cNvSpPr>
          <p:nvPr>
            <p:ph type="title"/>
          </p:nvPr>
        </p:nvSpPr>
        <p:spPr bwMode="auto"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32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80357271" name="PlaceHolder 2"/>
          <p:cNvSpPr>
            <a:spLocks noGrp="1"/>
          </p:cNvSpPr>
          <p:nvPr>
            <p:ph type="title"/>
          </p:nvPr>
        </p:nvSpPr>
        <p:spPr bwMode="auto">
          <a:xfrm>
            <a:off x="755640" y="2900880"/>
            <a:ext cx="226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37616446" name="PlaceHolder 3"/>
          <p:cNvSpPr>
            <a:spLocks noGrp="1"/>
          </p:cNvSpPr>
          <p:nvPr>
            <p:ph type="title"/>
          </p:nvPr>
        </p:nvSpPr>
        <p:spPr bwMode="auto">
          <a:xfrm>
            <a:off x="3443760" y="2900880"/>
            <a:ext cx="226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035672" name="PlaceHolder 4"/>
          <p:cNvSpPr>
            <a:spLocks noGrp="1"/>
          </p:cNvSpPr>
          <p:nvPr>
            <p:ph type="title"/>
          </p:nvPr>
        </p:nvSpPr>
        <p:spPr bwMode="auto">
          <a:xfrm>
            <a:off x="6132600" y="2900880"/>
            <a:ext cx="226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594388550" name="Google Shape;1704;p21"/>
          <p:cNvGrpSpPr/>
          <p:nvPr/>
        </p:nvGrpSpPr>
        <p:grpSpPr bwMode="auto">
          <a:xfrm>
            <a:off x="-360" y="-76320"/>
            <a:ext cx="586440" cy="1284120"/>
            <a:chOff x="-360" y="-76320"/>
            <a:chExt cx="586440" cy="1284120"/>
          </a:xfrm>
        </p:grpSpPr>
        <p:sp>
          <p:nvSpPr>
            <p:cNvPr id="1114" name="Google Shape;1705;p21"/>
            <p:cNvSpPr/>
            <p:nvPr/>
          </p:nvSpPr>
          <p:spPr bwMode="auto">
            <a:xfrm flipH="1">
              <a:off x="-720" y="-7632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115" name="Google Shape;1706;p21"/>
            <p:cNvGrpSpPr/>
            <p:nvPr/>
          </p:nvGrpSpPr>
          <p:grpSpPr bwMode="auto">
            <a:xfrm>
              <a:off x="172800" y="0"/>
              <a:ext cx="241560" cy="883080"/>
              <a:chOff x="172800" y="0"/>
              <a:chExt cx="241560" cy="883080"/>
            </a:xfrm>
          </p:grpSpPr>
          <p:sp>
            <p:nvSpPr>
              <p:cNvPr id="1116" name="Google Shape;1707;p21"/>
              <p:cNvSpPr/>
              <p:nvPr/>
            </p:nvSpPr>
            <p:spPr bwMode="auto">
              <a:xfrm rot="16199998" flipV="1">
                <a:off x="217440" y="6861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-360 h 241560"/>
                  <a:gd name="textAreaBottom" fmla="*/ 241560 h 241560"/>
                </a:gdLst>
                <a:ahLst/>
                <a:cxnLst/>
                <a:rect l="textAreaLeft" t="textAreaTop" r="textAreaRight" b="textAreaBottom"/>
                <a:pathLst>
                  <a:path w="15684" h="24945" fill="norm" stroke="1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17" name="Google Shape;1708;p21"/>
              <p:cNvSpPr/>
              <p:nvPr/>
            </p:nvSpPr>
            <p:spPr bwMode="auto">
              <a:xfrm rot="16199998" flipV="1">
                <a:off x="218160" y="53928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-360 h 241560"/>
                  <a:gd name="textAreaBottom" fmla="*/ 241560 h 241560"/>
                </a:gdLst>
                <a:ahLst/>
                <a:cxnLst/>
                <a:rect l="textAreaLeft" t="textAreaTop" r="textAreaRight" b="textAreaBottom"/>
                <a:pathLst>
                  <a:path w="15561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18" name="Google Shape;1709;p21"/>
              <p:cNvSpPr/>
              <p:nvPr/>
            </p:nvSpPr>
            <p:spPr bwMode="auto">
              <a:xfrm rot="16199998" flipV="1">
                <a:off x="218160" y="392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-360 h 241560"/>
                  <a:gd name="textAreaBottom" fmla="*/ 24156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19" name="Google Shape;1710;p21"/>
              <p:cNvSpPr/>
              <p:nvPr/>
            </p:nvSpPr>
            <p:spPr bwMode="auto">
              <a:xfrm rot="16199998" flipV="1">
                <a:off x="218160" y="2466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-360 h 241560"/>
                  <a:gd name="textAreaBottom" fmla="*/ 24156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20" name="Google Shape;1711;p21"/>
              <p:cNvSpPr/>
              <p:nvPr/>
            </p:nvSpPr>
            <p:spPr bwMode="auto">
              <a:xfrm rot="16199998" flipV="1">
                <a:off x="218160" y="10044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-360 h 241560"/>
                  <a:gd name="textAreaBottom" fmla="*/ 24156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21" name="Google Shape;1712;p21"/>
              <p:cNvSpPr/>
              <p:nvPr/>
            </p:nvSpPr>
            <p:spPr bwMode="auto">
              <a:xfrm rot="16199998" flipV="1">
                <a:off x="218160" y="-453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-360 h 241560"/>
                  <a:gd name="textAreaBottom" fmla="*/ 24156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2074402608" name="Google Shape;1713;p21"/>
          <p:cNvGrpSpPr/>
          <p:nvPr/>
        </p:nvGrpSpPr>
        <p:grpSpPr bwMode="auto">
          <a:xfrm>
            <a:off x="-172080" y="1892520"/>
            <a:ext cx="552600" cy="98640"/>
            <a:chOff x="-172080" y="1892520"/>
            <a:chExt cx="552600" cy="98640"/>
          </a:xfrm>
        </p:grpSpPr>
        <p:sp>
          <p:nvSpPr>
            <p:cNvPr id="1123" name="Google Shape;1714;p21"/>
            <p:cNvSpPr/>
            <p:nvPr/>
          </p:nvSpPr>
          <p:spPr bwMode="auto">
            <a:xfrm rot="5400000">
              <a:off x="281880" y="18925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24" name="Google Shape;1715;p21"/>
            <p:cNvSpPr/>
            <p:nvPr/>
          </p:nvSpPr>
          <p:spPr bwMode="auto">
            <a:xfrm rot="5400000">
              <a:off x="308520" y="19195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25" name="Google Shape;1716;p21"/>
            <p:cNvSpPr/>
            <p:nvPr/>
          </p:nvSpPr>
          <p:spPr bwMode="auto">
            <a:xfrm rot="5400000">
              <a:off x="-172080" y="18954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26" name="Google Shape;1717;p21"/>
            <p:cNvSpPr/>
            <p:nvPr/>
          </p:nvSpPr>
          <p:spPr bwMode="auto">
            <a:xfrm rot="5400000">
              <a:off x="-148320" y="19195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27" name="Google Shape;1718;p21"/>
            <p:cNvSpPr/>
            <p:nvPr/>
          </p:nvSpPr>
          <p:spPr bwMode="auto">
            <a:xfrm rot="5400000">
              <a:off x="103680" y="17568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22356130" name="Google Shape;1719;p21"/>
          <p:cNvSpPr/>
          <p:nvPr/>
        </p:nvSpPr>
        <p:spPr bwMode="auto">
          <a:xfrm rot="16199998">
            <a:off x="348840" y="40190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605149610" name="Google Shape;1720;p21"/>
          <p:cNvGrpSpPr/>
          <p:nvPr/>
        </p:nvGrpSpPr>
        <p:grpSpPr bwMode="auto">
          <a:xfrm>
            <a:off x="8670240" y="3693240"/>
            <a:ext cx="296280" cy="1822320"/>
            <a:chOff x="8670240" y="3693240"/>
            <a:chExt cx="296280" cy="1822320"/>
          </a:xfrm>
        </p:grpSpPr>
        <p:sp>
          <p:nvSpPr>
            <p:cNvPr id="1130" name="Google Shape;1721;p21"/>
            <p:cNvSpPr/>
            <p:nvPr/>
          </p:nvSpPr>
          <p:spPr bwMode="auto">
            <a:xfrm rot="5400000" flipV="1">
              <a:off x="8029440" y="457848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31" name="Google Shape;1722;p21"/>
            <p:cNvSpPr/>
            <p:nvPr/>
          </p:nvSpPr>
          <p:spPr bwMode="auto">
            <a:xfrm rot="5400000" flipV="1">
              <a:off x="8670240" y="42894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32" name="Google Shape;1723;p21"/>
            <p:cNvSpPr/>
            <p:nvPr/>
          </p:nvSpPr>
          <p:spPr bwMode="auto">
            <a:xfrm rot="5400000" flipV="1">
              <a:off x="8694720" y="43138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 fill="norm" stroke="1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33" name="Google Shape;1724;p21"/>
            <p:cNvSpPr/>
            <p:nvPr/>
          </p:nvSpPr>
          <p:spPr bwMode="auto">
            <a:xfrm rot="5400000" flipV="1">
              <a:off x="8769960" y="3693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34" name="Google Shape;1725;p21"/>
            <p:cNvSpPr/>
            <p:nvPr/>
          </p:nvSpPr>
          <p:spPr bwMode="auto">
            <a:xfrm rot="5400000" flipV="1">
              <a:off x="8794440" y="37173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35" name="Google Shape;1726;p21"/>
            <p:cNvSpPr/>
            <p:nvPr/>
          </p:nvSpPr>
          <p:spPr bwMode="auto">
            <a:xfrm rot="5400000" flipV="1">
              <a:off x="8236800" y="486000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w="36417" h="5628" fill="none" stroke="1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648749696" name="Google Shape;1727;p21"/>
          <p:cNvGrpSpPr/>
          <p:nvPr/>
        </p:nvGrpSpPr>
        <p:grpSpPr bwMode="auto">
          <a:xfrm>
            <a:off x="7120440" y="-108000"/>
            <a:ext cx="1520640" cy="301680"/>
            <a:chOff x="7120440" y="-108000"/>
            <a:chExt cx="1520640" cy="301680"/>
          </a:xfrm>
        </p:grpSpPr>
        <p:sp>
          <p:nvSpPr>
            <p:cNvPr id="1137" name="Google Shape;1728;p21"/>
            <p:cNvSpPr/>
            <p:nvPr/>
          </p:nvSpPr>
          <p:spPr bwMode="auto">
            <a:xfrm flipH="1">
              <a:off x="7211880" y="-61560"/>
              <a:ext cx="1335240" cy="209160"/>
            </a:xfrm>
            <a:custGeom>
              <a:avLst/>
              <a:gdLst>
                <a:gd name="textAreaLeft" fmla="*/ -360 w 1335240"/>
                <a:gd name="textAreaRight" fmla="*/ 133524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38" name="Google Shape;1729;p21"/>
            <p:cNvSpPr/>
            <p:nvPr/>
          </p:nvSpPr>
          <p:spPr bwMode="auto">
            <a:xfrm flipH="1">
              <a:off x="7120440" y="1022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39" name="Google Shape;1730;p21"/>
            <p:cNvSpPr/>
            <p:nvPr/>
          </p:nvSpPr>
          <p:spPr bwMode="auto">
            <a:xfrm flipH="1">
              <a:off x="7144560" y="12672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40" name="Google Shape;1731;p21"/>
            <p:cNvSpPr/>
            <p:nvPr/>
          </p:nvSpPr>
          <p:spPr bwMode="auto">
            <a:xfrm flipH="1">
              <a:off x="8549640" y="-108000"/>
              <a:ext cx="91440" cy="9252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41" name="Google Shape;1732;p21"/>
            <p:cNvSpPr/>
            <p:nvPr/>
          </p:nvSpPr>
          <p:spPr bwMode="auto">
            <a:xfrm flipH="1">
              <a:off x="8573760" y="-83160"/>
              <a:ext cx="42840" cy="4284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646714984" name="Google Shape;1733;p21"/>
          <p:cNvGrpSpPr/>
          <p:nvPr/>
        </p:nvGrpSpPr>
        <p:grpSpPr bwMode="auto">
          <a:xfrm>
            <a:off x="8455320" y="1287360"/>
            <a:ext cx="882720" cy="241560"/>
            <a:chOff x="8455320" y="1287360"/>
            <a:chExt cx="882720" cy="241560"/>
          </a:xfrm>
        </p:grpSpPr>
        <p:sp>
          <p:nvSpPr>
            <p:cNvPr id="1143" name="Google Shape;1734;p21"/>
            <p:cNvSpPr/>
            <p:nvPr/>
          </p:nvSpPr>
          <p:spPr bwMode="auto">
            <a:xfrm>
              <a:off x="8455320" y="12873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44" name="Google Shape;1735;p21"/>
            <p:cNvSpPr/>
            <p:nvPr/>
          </p:nvSpPr>
          <p:spPr bwMode="auto">
            <a:xfrm>
              <a:off x="8602560" y="128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45" name="Google Shape;1736;p21"/>
            <p:cNvSpPr/>
            <p:nvPr/>
          </p:nvSpPr>
          <p:spPr bwMode="auto">
            <a:xfrm>
              <a:off x="8748720" y="128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46" name="Google Shape;1737;p21"/>
            <p:cNvSpPr/>
            <p:nvPr/>
          </p:nvSpPr>
          <p:spPr bwMode="auto">
            <a:xfrm>
              <a:off x="8894880" y="128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47" name="Google Shape;1738;p21"/>
            <p:cNvSpPr/>
            <p:nvPr/>
          </p:nvSpPr>
          <p:spPr bwMode="auto">
            <a:xfrm>
              <a:off x="9041400" y="128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48" name="Google Shape;1739;p21"/>
            <p:cNvSpPr/>
            <p:nvPr/>
          </p:nvSpPr>
          <p:spPr bwMode="auto">
            <a:xfrm>
              <a:off x="9187560" y="128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_6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18346526" name="Google Shape;1741;p22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150" name="Google Shape;1742;p22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51" name="Google Shape;1743;p22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52" name="Google Shape;1744;p22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53" name="Google Shape;1745;p22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54" name="Google Shape;1746;p22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55" name="Google Shape;1747;p22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56" name="Google Shape;1748;p22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57" name="Google Shape;1749;p22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58" name="Google Shape;1750;p22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59" name="Google Shape;1751;p22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60" name="Google Shape;1752;p22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61" name="Google Shape;1753;p22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62" name="Google Shape;1754;p22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63" name="Google Shape;1755;p22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64" name="Google Shape;1756;p22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65" name="Google Shape;1757;p22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66" name="Google Shape;1758;p22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67" name="Google Shape;1759;p22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68" name="Google Shape;1760;p22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69" name="Google Shape;1761;p22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70" name="Google Shape;1762;p22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71" name="Google Shape;1763;p22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72" name="Google Shape;1764;p22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73" name="Google Shape;1765;p22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74" name="Google Shape;1766;p22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75" name="Google Shape;1767;p22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76" name="Google Shape;1768;p22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77" name="Google Shape;1769;p22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78" name="Google Shape;1770;p22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79" name="Google Shape;1771;p22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80" name="Google Shape;1772;p22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81" name="Google Shape;1773;p22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82" name="Google Shape;1774;p22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83" name="Google Shape;1775;p22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84" name="Google Shape;1776;p22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85" name="Google Shape;1777;p22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86" name="Google Shape;1778;p22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87" name="Google Shape;1779;p22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63697736" name="PlaceHolder 1"/>
          <p:cNvSpPr>
            <a:spLocks noGrp="1"/>
          </p:cNvSpPr>
          <p:nvPr>
            <p:ph type="title"/>
          </p:nvPr>
        </p:nvSpPr>
        <p:spPr bwMode="auto">
          <a:xfrm>
            <a:off x="2246400" y="1636200"/>
            <a:ext cx="201888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92903770" name="PlaceHolder 2"/>
          <p:cNvSpPr>
            <a:spLocks noGrp="1"/>
          </p:cNvSpPr>
          <p:nvPr>
            <p:ph type="title"/>
          </p:nvPr>
        </p:nvSpPr>
        <p:spPr bwMode="auto">
          <a:xfrm>
            <a:off x="6172560" y="1636200"/>
            <a:ext cx="201888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5455281" name="PlaceHolder 3"/>
          <p:cNvSpPr>
            <a:spLocks noGrp="1"/>
          </p:cNvSpPr>
          <p:nvPr>
            <p:ph type="title"/>
          </p:nvPr>
        </p:nvSpPr>
        <p:spPr bwMode="auto">
          <a:xfrm>
            <a:off x="2204280" y="3315240"/>
            <a:ext cx="210348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77358626" name="PlaceHolder 4"/>
          <p:cNvSpPr>
            <a:spLocks noGrp="1"/>
          </p:cNvSpPr>
          <p:nvPr>
            <p:ph type="title"/>
          </p:nvPr>
        </p:nvSpPr>
        <p:spPr bwMode="auto">
          <a:xfrm>
            <a:off x="6172560" y="3315240"/>
            <a:ext cx="201888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5929559" name="Google Shape;1788;p22"/>
          <p:cNvSpPr/>
          <p:nvPr/>
        </p:nvSpPr>
        <p:spPr bwMode="auto">
          <a:xfrm>
            <a:off x="0" y="-99359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901933800" name="Google Shape;1789;p22"/>
          <p:cNvGrpSpPr/>
          <p:nvPr/>
        </p:nvGrpSpPr>
        <p:grpSpPr bwMode="auto">
          <a:xfrm>
            <a:off x="-500760" y="161280"/>
            <a:ext cx="1520640" cy="301680"/>
            <a:chOff x="-500760" y="161280"/>
            <a:chExt cx="1520640" cy="301680"/>
          </a:xfrm>
        </p:grpSpPr>
        <p:sp>
          <p:nvSpPr>
            <p:cNvPr id="1194" name="Google Shape;1790;p22"/>
            <p:cNvSpPr/>
            <p:nvPr/>
          </p:nvSpPr>
          <p:spPr bwMode="auto">
            <a:xfrm>
              <a:off x="-407160" y="207719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95" name="Google Shape;1791;p22"/>
            <p:cNvSpPr/>
            <p:nvPr/>
          </p:nvSpPr>
          <p:spPr bwMode="auto">
            <a:xfrm>
              <a:off x="928440" y="371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96" name="Google Shape;1792;p22"/>
            <p:cNvSpPr/>
            <p:nvPr/>
          </p:nvSpPr>
          <p:spPr bwMode="auto">
            <a:xfrm>
              <a:off x="952200" y="3960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97" name="Google Shape;1793;p22"/>
            <p:cNvSpPr/>
            <p:nvPr/>
          </p:nvSpPr>
          <p:spPr bwMode="auto">
            <a:xfrm>
              <a:off x="-500760" y="16128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98" name="Google Shape;1794;p22"/>
            <p:cNvSpPr/>
            <p:nvPr/>
          </p:nvSpPr>
          <p:spPr bwMode="auto">
            <a:xfrm>
              <a:off x="-476640" y="1861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852237610" name="Google Shape;1795;p22"/>
          <p:cNvGrpSpPr/>
          <p:nvPr/>
        </p:nvGrpSpPr>
        <p:grpSpPr bwMode="auto">
          <a:xfrm>
            <a:off x="-141480" y="2229120"/>
            <a:ext cx="552600" cy="98640"/>
            <a:chOff x="-141480" y="2229120"/>
            <a:chExt cx="552600" cy="98640"/>
          </a:xfrm>
        </p:grpSpPr>
        <p:sp>
          <p:nvSpPr>
            <p:cNvPr id="1200" name="Google Shape;1796;p22"/>
            <p:cNvSpPr/>
            <p:nvPr/>
          </p:nvSpPr>
          <p:spPr bwMode="auto">
            <a:xfrm rot="5400000">
              <a:off x="312480" y="22291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01" name="Google Shape;1797;p22"/>
            <p:cNvSpPr/>
            <p:nvPr/>
          </p:nvSpPr>
          <p:spPr bwMode="auto">
            <a:xfrm rot="5400000">
              <a:off x="339120" y="22561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02" name="Google Shape;1798;p22"/>
            <p:cNvSpPr/>
            <p:nvPr/>
          </p:nvSpPr>
          <p:spPr bwMode="auto">
            <a:xfrm rot="5400000">
              <a:off x="-141480" y="22323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03" name="Google Shape;1799;p22"/>
            <p:cNvSpPr/>
            <p:nvPr/>
          </p:nvSpPr>
          <p:spPr bwMode="auto">
            <a:xfrm rot="5400000">
              <a:off x="-117720" y="22561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04" name="Google Shape;1800;p22"/>
            <p:cNvSpPr/>
            <p:nvPr/>
          </p:nvSpPr>
          <p:spPr bwMode="auto">
            <a:xfrm rot="5400000">
              <a:off x="134640" y="20934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145440419" name="Google Shape;1801;p22"/>
          <p:cNvGrpSpPr/>
          <p:nvPr/>
        </p:nvGrpSpPr>
        <p:grpSpPr bwMode="auto">
          <a:xfrm>
            <a:off x="5072400" y="4999680"/>
            <a:ext cx="1822680" cy="196560"/>
            <a:chOff x="5072400" y="4999680"/>
            <a:chExt cx="1822680" cy="196560"/>
          </a:xfrm>
        </p:grpSpPr>
        <p:sp>
          <p:nvSpPr>
            <p:cNvPr id="1206" name="Google Shape;1802;p22"/>
            <p:cNvSpPr/>
            <p:nvPr/>
          </p:nvSpPr>
          <p:spPr bwMode="auto">
            <a:xfrm flipH="1">
              <a:off x="5072400" y="504612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07" name="Google Shape;1803;p22"/>
            <p:cNvSpPr/>
            <p:nvPr/>
          </p:nvSpPr>
          <p:spPr bwMode="auto">
            <a:xfrm flipH="1">
              <a:off x="6803640" y="499968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08" name="Google Shape;1804;p22"/>
            <p:cNvSpPr/>
            <p:nvPr/>
          </p:nvSpPr>
          <p:spPr bwMode="auto">
            <a:xfrm flipH="1">
              <a:off x="6826680" y="502452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49067683" name="Google Shape;1805;p22"/>
          <p:cNvSpPr/>
          <p:nvPr/>
        </p:nvSpPr>
        <p:spPr bwMode="auto">
          <a:xfrm rot="16199998">
            <a:off x="348840" y="41961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211826568" name="Google Shape;1806;p22"/>
          <p:cNvGrpSpPr/>
          <p:nvPr/>
        </p:nvGrpSpPr>
        <p:grpSpPr bwMode="auto">
          <a:xfrm>
            <a:off x="8792640" y="1541160"/>
            <a:ext cx="552600" cy="98640"/>
            <a:chOff x="8792640" y="1541160"/>
            <a:chExt cx="552600" cy="98640"/>
          </a:xfrm>
        </p:grpSpPr>
        <p:sp>
          <p:nvSpPr>
            <p:cNvPr id="1211" name="Google Shape;1807;p22"/>
            <p:cNvSpPr/>
            <p:nvPr/>
          </p:nvSpPr>
          <p:spPr bwMode="auto">
            <a:xfrm rot="5400000">
              <a:off x="9246600" y="15411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12" name="Google Shape;1808;p22"/>
            <p:cNvSpPr/>
            <p:nvPr/>
          </p:nvSpPr>
          <p:spPr bwMode="auto">
            <a:xfrm rot="5400000">
              <a:off x="9272880" y="15681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13" name="Google Shape;1809;p22"/>
            <p:cNvSpPr/>
            <p:nvPr/>
          </p:nvSpPr>
          <p:spPr bwMode="auto">
            <a:xfrm rot="5400000">
              <a:off x="8792640" y="15444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14" name="Google Shape;1810;p22"/>
            <p:cNvSpPr/>
            <p:nvPr/>
          </p:nvSpPr>
          <p:spPr bwMode="auto">
            <a:xfrm rot="5400000">
              <a:off x="8816400" y="1568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15" name="Google Shape;1811;p22"/>
            <p:cNvSpPr/>
            <p:nvPr/>
          </p:nvSpPr>
          <p:spPr bwMode="auto">
            <a:xfrm rot="5400000">
              <a:off x="9068400" y="140544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657647953" name="Google Shape;1812;p22"/>
          <p:cNvSpPr/>
          <p:nvPr/>
        </p:nvSpPr>
        <p:spPr bwMode="auto"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047792243" name="Google Shape;1813;p22"/>
          <p:cNvGrpSpPr/>
          <p:nvPr/>
        </p:nvGrpSpPr>
        <p:grpSpPr bwMode="auto">
          <a:xfrm>
            <a:off x="5072039" y="285120"/>
            <a:ext cx="1252800" cy="50760"/>
            <a:chOff x="5072039" y="285120"/>
            <a:chExt cx="1252800" cy="50760"/>
          </a:xfrm>
        </p:grpSpPr>
        <p:sp>
          <p:nvSpPr>
            <p:cNvPr id="1218" name="Google Shape;1814;p22"/>
            <p:cNvSpPr/>
            <p:nvPr/>
          </p:nvSpPr>
          <p:spPr bwMode="auto">
            <a:xfrm>
              <a:off x="5072039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19" name="Google Shape;1815;p22"/>
            <p:cNvSpPr/>
            <p:nvPr/>
          </p:nvSpPr>
          <p:spPr bwMode="auto">
            <a:xfrm>
              <a:off x="516456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20" name="Google Shape;1816;p22"/>
            <p:cNvSpPr/>
            <p:nvPr/>
          </p:nvSpPr>
          <p:spPr bwMode="auto">
            <a:xfrm>
              <a:off x="52570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21" name="Google Shape;1817;p22"/>
            <p:cNvSpPr/>
            <p:nvPr/>
          </p:nvSpPr>
          <p:spPr bwMode="auto">
            <a:xfrm>
              <a:off x="534960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22" name="Google Shape;1818;p22"/>
            <p:cNvSpPr/>
            <p:nvPr/>
          </p:nvSpPr>
          <p:spPr bwMode="auto">
            <a:xfrm>
              <a:off x="544212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23" name="Google Shape;1819;p22"/>
            <p:cNvSpPr/>
            <p:nvPr/>
          </p:nvSpPr>
          <p:spPr bwMode="auto">
            <a:xfrm>
              <a:off x="55342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24" name="Google Shape;1820;p22"/>
            <p:cNvSpPr/>
            <p:nvPr/>
          </p:nvSpPr>
          <p:spPr bwMode="auto">
            <a:xfrm>
              <a:off x="562680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25" name="Google Shape;1821;p22"/>
            <p:cNvSpPr/>
            <p:nvPr/>
          </p:nvSpPr>
          <p:spPr bwMode="auto">
            <a:xfrm>
              <a:off x="571932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26" name="Google Shape;1822;p22"/>
            <p:cNvSpPr/>
            <p:nvPr/>
          </p:nvSpPr>
          <p:spPr bwMode="auto">
            <a:xfrm>
              <a:off x="581184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27" name="Google Shape;1823;p22"/>
            <p:cNvSpPr/>
            <p:nvPr/>
          </p:nvSpPr>
          <p:spPr bwMode="auto">
            <a:xfrm>
              <a:off x="590436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28" name="Google Shape;1824;p22"/>
            <p:cNvSpPr/>
            <p:nvPr/>
          </p:nvSpPr>
          <p:spPr bwMode="auto">
            <a:xfrm>
              <a:off x="59968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29" name="Google Shape;1825;p22"/>
            <p:cNvSpPr/>
            <p:nvPr/>
          </p:nvSpPr>
          <p:spPr bwMode="auto">
            <a:xfrm>
              <a:off x="6089039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30" name="Google Shape;1826;p22"/>
            <p:cNvSpPr/>
            <p:nvPr/>
          </p:nvSpPr>
          <p:spPr bwMode="auto">
            <a:xfrm>
              <a:off x="618156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31" name="Google Shape;1827;p22"/>
            <p:cNvSpPr/>
            <p:nvPr/>
          </p:nvSpPr>
          <p:spPr bwMode="auto">
            <a:xfrm>
              <a:off x="62740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189991788" name="Google Shape;1828;p22"/>
          <p:cNvGrpSpPr/>
          <p:nvPr/>
        </p:nvGrpSpPr>
        <p:grpSpPr bwMode="auto">
          <a:xfrm>
            <a:off x="8557560" y="3859560"/>
            <a:ext cx="586440" cy="1522440"/>
            <a:chOff x="8557560" y="3859560"/>
            <a:chExt cx="586440" cy="1522440"/>
          </a:xfrm>
        </p:grpSpPr>
        <p:sp>
          <p:nvSpPr>
            <p:cNvPr id="1233" name="Google Shape;1829;p22"/>
            <p:cNvSpPr/>
            <p:nvPr/>
          </p:nvSpPr>
          <p:spPr bwMode="auto">
            <a:xfrm rot="10800000">
              <a:off x="8557560" y="385956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5400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234" name="Google Shape;1830;p22"/>
            <p:cNvGrpSpPr/>
            <p:nvPr/>
          </p:nvGrpSpPr>
          <p:grpSpPr bwMode="auto">
            <a:xfrm>
              <a:off x="8784000" y="4276440"/>
              <a:ext cx="133560" cy="1105560"/>
              <a:chOff x="8784000" y="4276440"/>
              <a:chExt cx="133560" cy="1105560"/>
            </a:xfrm>
          </p:grpSpPr>
          <p:grpSp>
            <p:nvGrpSpPr>
              <p:cNvPr id="1235" name="Google Shape;1831;p22"/>
              <p:cNvGrpSpPr/>
              <p:nvPr/>
            </p:nvGrpSpPr>
            <p:grpSpPr bwMode="auto">
              <a:xfrm>
                <a:off x="8784000" y="4276440"/>
                <a:ext cx="50760" cy="882720"/>
                <a:chOff x="8784000" y="4276440"/>
                <a:chExt cx="50760" cy="882720"/>
              </a:xfrm>
            </p:grpSpPr>
            <p:sp>
              <p:nvSpPr>
                <p:cNvPr id="1236" name="Google Shape;1832;p22"/>
                <p:cNvSpPr/>
                <p:nvPr/>
              </p:nvSpPr>
              <p:spPr bwMode="auto">
                <a:xfrm rot="5400000">
                  <a:off x="8784000" y="4276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37" name="Google Shape;1833;p22"/>
                <p:cNvSpPr/>
                <p:nvPr/>
              </p:nvSpPr>
              <p:spPr bwMode="auto">
                <a:xfrm rot="5400000">
                  <a:off x="8784000" y="43689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38" name="Google Shape;1834;p22"/>
                <p:cNvSpPr/>
                <p:nvPr/>
              </p:nvSpPr>
              <p:spPr bwMode="auto">
                <a:xfrm rot="5400000">
                  <a:off x="8784000" y="44611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39" name="Google Shape;1835;p22"/>
                <p:cNvSpPr/>
                <p:nvPr/>
              </p:nvSpPr>
              <p:spPr bwMode="auto">
                <a:xfrm rot="5400000">
                  <a:off x="8784000" y="45536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40" name="Google Shape;1836;p22"/>
                <p:cNvSpPr/>
                <p:nvPr/>
              </p:nvSpPr>
              <p:spPr bwMode="auto">
                <a:xfrm rot="5400000">
                  <a:off x="8784000" y="4646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41" name="Google Shape;1837;p22"/>
                <p:cNvSpPr/>
                <p:nvPr/>
              </p:nvSpPr>
              <p:spPr bwMode="auto">
                <a:xfrm rot="5400000">
                  <a:off x="8784000" y="47386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42" name="Google Shape;1838;p22"/>
                <p:cNvSpPr/>
                <p:nvPr/>
              </p:nvSpPr>
              <p:spPr bwMode="auto">
                <a:xfrm rot="5400000">
                  <a:off x="8784000" y="48312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43" name="Google Shape;1839;p22"/>
                <p:cNvSpPr/>
                <p:nvPr/>
              </p:nvSpPr>
              <p:spPr bwMode="auto">
                <a:xfrm rot="5400000">
                  <a:off x="8784000" y="49237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44" name="Google Shape;1840;p22"/>
                <p:cNvSpPr/>
                <p:nvPr/>
              </p:nvSpPr>
              <p:spPr bwMode="auto">
                <a:xfrm rot="5400000">
                  <a:off x="8784000" y="50162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45" name="Google Shape;1841;p22"/>
                <p:cNvSpPr/>
                <p:nvPr/>
              </p:nvSpPr>
              <p:spPr bwMode="auto">
                <a:xfrm rot="5400000">
                  <a:off x="8784000" y="51084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1246" name="Google Shape;1842;p22"/>
              <p:cNvGrpSpPr/>
              <p:nvPr/>
            </p:nvGrpSpPr>
            <p:grpSpPr bwMode="auto">
              <a:xfrm>
                <a:off x="8866800" y="4498920"/>
                <a:ext cx="50760" cy="883080"/>
                <a:chOff x="8866800" y="4498920"/>
                <a:chExt cx="50760" cy="883080"/>
              </a:xfrm>
            </p:grpSpPr>
            <p:sp>
              <p:nvSpPr>
                <p:cNvPr id="1247" name="Google Shape;1843;p22"/>
                <p:cNvSpPr/>
                <p:nvPr/>
              </p:nvSpPr>
              <p:spPr bwMode="auto">
                <a:xfrm rot="5400000">
                  <a:off x="8866800" y="44989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48" name="Google Shape;1844;p22"/>
                <p:cNvSpPr/>
                <p:nvPr/>
              </p:nvSpPr>
              <p:spPr bwMode="auto">
                <a:xfrm rot="5400000">
                  <a:off x="8866800" y="4591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49" name="Google Shape;1845;p22"/>
                <p:cNvSpPr/>
                <p:nvPr/>
              </p:nvSpPr>
              <p:spPr bwMode="auto">
                <a:xfrm rot="5400000">
                  <a:off x="8866800" y="46839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50" name="Google Shape;1846;p22"/>
                <p:cNvSpPr/>
                <p:nvPr/>
              </p:nvSpPr>
              <p:spPr bwMode="auto">
                <a:xfrm rot="5400000">
                  <a:off x="8866800" y="47764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51" name="Google Shape;1847;p22"/>
                <p:cNvSpPr/>
                <p:nvPr/>
              </p:nvSpPr>
              <p:spPr bwMode="auto">
                <a:xfrm rot="5400000">
                  <a:off x="8866800" y="48690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52" name="Google Shape;1848;p22"/>
                <p:cNvSpPr/>
                <p:nvPr/>
              </p:nvSpPr>
              <p:spPr bwMode="auto">
                <a:xfrm rot="5400000">
                  <a:off x="8866800" y="49615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53" name="Google Shape;1849;p22"/>
                <p:cNvSpPr/>
                <p:nvPr/>
              </p:nvSpPr>
              <p:spPr bwMode="auto">
                <a:xfrm rot="5400000">
                  <a:off x="8866800" y="50536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54" name="Google Shape;1850;p22"/>
                <p:cNvSpPr/>
                <p:nvPr/>
              </p:nvSpPr>
              <p:spPr bwMode="auto">
                <a:xfrm rot="5400000">
                  <a:off x="8866800" y="51462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55" name="Google Shape;1851;p22"/>
                <p:cNvSpPr/>
                <p:nvPr/>
              </p:nvSpPr>
              <p:spPr bwMode="auto">
                <a:xfrm rot="5400000">
                  <a:off x="8866800" y="52387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56" name="Google Shape;1852;p22"/>
                <p:cNvSpPr/>
                <p:nvPr/>
              </p:nvSpPr>
              <p:spPr bwMode="auto">
                <a:xfrm rot="5400000">
                  <a:off x="8866800" y="53312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  <p:sp>
        <p:nvSpPr>
          <p:cNvPr id="2087484472" name="PlaceHolder 5"/>
          <p:cNvSpPr>
            <a:spLocks noGrp="1"/>
          </p:cNvSpPr>
          <p:nvPr>
            <p:ph type="title"/>
          </p:nvPr>
        </p:nvSpPr>
        <p:spPr bwMode="auto"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32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_11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90096255" name="Google Shape;2221;p26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616" name="Google Shape;2222;p26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17" name="Google Shape;2223;p26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18" name="Google Shape;2224;p26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19" name="Google Shape;2225;p26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20" name="Google Shape;2226;p26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21" name="Google Shape;2227;p26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22" name="Google Shape;2228;p26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23" name="Google Shape;2229;p26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24" name="Google Shape;2230;p26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25" name="Google Shape;2231;p26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26" name="Google Shape;2232;p26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27" name="Google Shape;2233;p26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28" name="Google Shape;2234;p26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29" name="Google Shape;2235;p26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30" name="Google Shape;2236;p26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31" name="Google Shape;2237;p26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32" name="Google Shape;2238;p26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33" name="Google Shape;2239;p26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34" name="Google Shape;2240;p26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35" name="Google Shape;2241;p26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36" name="Google Shape;2242;p26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37" name="Google Shape;2243;p26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38" name="Google Shape;2244;p26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39" name="Google Shape;2245;p26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40" name="Google Shape;2246;p26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41" name="Google Shape;2247;p26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42" name="Google Shape;2248;p26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43" name="Google Shape;2249;p26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44" name="Google Shape;2250;p26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45" name="Google Shape;2251;p26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46" name="Google Shape;2252;p26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47" name="Google Shape;2253;p26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48" name="Google Shape;2254;p26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49" name="Google Shape;2255;p26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50" name="Google Shape;2256;p26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51" name="Google Shape;2257;p26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52" name="Google Shape;2258;p26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53" name="Google Shape;2259;p26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843840110" name="PlaceHolder 1"/>
          <p:cNvSpPr>
            <a:spLocks noGrp="1"/>
          </p:cNvSpPr>
          <p:nvPr>
            <p:ph type="title"/>
          </p:nvPr>
        </p:nvSpPr>
        <p:spPr bwMode="auto"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32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44718498" name="PlaceHolder 2"/>
          <p:cNvSpPr>
            <a:spLocks noGrp="1"/>
          </p:cNvSpPr>
          <p:nvPr>
            <p:ph type="title"/>
          </p:nvPr>
        </p:nvSpPr>
        <p:spPr bwMode="auto">
          <a:xfrm>
            <a:off x="841320" y="2611080"/>
            <a:ext cx="204012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6753477" name="PlaceHolder 3"/>
          <p:cNvSpPr>
            <a:spLocks noGrp="1"/>
          </p:cNvSpPr>
          <p:nvPr>
            <p:ph type="title"/>
          </p:nvPr>
        </p:nvSpPr>
        <p:spPr bwMode="auto">
          <a:xfrm>
            <a:off x="744840" y="1668240"/>
            <a:ext cx="2233080" cy="78840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  <a:defRPr/>
            </a:pPr>
            <a:r>
              <a:rPr lang="fr-FR" sz="5500" b="1" u="none" strike="noStrike">
                <a:solidFill>
                  <a:schemeClr val="accent2"/>
                </a:solidFill>
                <a:latin typeface="Exo"/>
                <a:ea typeface="Exo"/>
              </a:rPr>
              <a:t>xx%</a:t>
            </a:r>
            <a:endParaRPr lang="fr-FR" sz="55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1304606" name="PlaceHolder 4"/>
          <p:cNvSpPr>
            <a:spLocks noGrp="1"/>
          </p:cNvSpPr>
          <p:nvPr>
            <p:ph type="title"/>
          </p:nvPr>
        </p:nvSpPr>
        <p:spPr bwMode="auto">
          <a:xfrm>
            <a:off x="3551760" y="2972880"/>
            <a:ext cx="204012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61225652" name="PlaceHolder 5"/>
          <p:cNvSpPr>
            <a:spLocks noGrp="1"/>
          </p:cNvSpPr>
          <p:nvPr>
            <p:ph type="title"/>
          </p:nvPr>
        </p:nvSpPr>
        <p:spPr bwMode="auto">
          <a:xfrm>
            <a:off x="3455280" y="2030040"/>
            <a:ext cx="2233080" cy="78840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  <a:defRPr/>
            </a:pPr>
            <a:r>
              <a:rPr lang="fr-FR" sz="5500" b="1" u="none" strike="noStrike">
                <a:solidFill>
                  <a:schemeClr val="accent2"/>
                </a:solidFill>
                <a:latin typeface="Exo"/>
                <a:ea typeface="Exo"/>
              </a:rPr>
              <a:t>xx%</a:t>
            </a:r>
            <a:endParaRPr lang="fr-FR" sz="55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99657115" name="PlaceHolder 6"/>
          <p:cNvSpPr>
            <a:spLocks noGrp="1"/>
          </p:cNvSpPr>
          <p:nvPr>
            <p:ph type="title"/>
          </p:nvPr>
        </p:nvSpPr>
        <p:spPr bwMode="auto">
          <a:xfrm>
            <a:off x="6261840" y="2611080"/>
            <a:ext cx="204012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30877731" name="PlaceHolder 7"/>
          <p:cNvSpPr>
            <a:spLocks noGrp="1"/>
          </p:cNvSpPr>
          <p:nvPr>
            <p:ph type="title"/>
          </p:nvPr>
        </p:nvSpPr>
        <p:spPr bwMode="auto">
          <a:xfrm>
            <a:off x="6165360" y="1668240"/>
            <a:ext cx="2233080" cy="78840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  <a:defRPr/>
            </a:pPr>
            <a:r>
              <a:rPr lang="fr-FR" sz="5500" b="1" u="none" strike="noStrike">
                <a:solidFill>
                  <a:schemeClr val="accent2"/>
                </a:solidFill>
                <a:latin typeface="Exo"/>
                <a:ea typeface="Exo"/>
              </a:rPr>
              <a:t>xx%</a:t>
            </a:r>
            <a:endParaRPr lang="fr-FR" sz="5500" b="0" u="none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283904079" name="Google Shape;2270;p26"/>
          <p:cNvGrpSpPr/>
          <p:nvPr/>
        </p:nvGrpSpPr>
        <p:grpSpPr bwMode="auto">
          <a:xfrm>
            <a:off x="0" y="4336200"/>
            <a:ext cx="1284120" cy="586440"/>
            <a:chOff x="0" y="4336200"/>
            <a:chExt cx="1284120" cy="586440"/>
          </a:xfrm>
        </p:grpSpPr>
        <p:sp>
          <p:nvSpPr>
            <p:cNvPr id="1662" name="Google Shape;2271;p26"/>
            <p:cNvSpPr/>
            <p:nvPr/>
          </p:nvSpPr>
          <p:spPr bwMode="auto">
            <a:xfrm rot="16199998">
              <a:off x="348840" y="398736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663" name="Google Shape;2272;p26"/>
            <p:cNvGrpSpPr/>
            <p:nvPr/>
          </p:nvGrpSpPr>
          <p:grpSpPr bwMode="auto">
            <a:xfrm>
              <a:off x="360" y="4509000"/>
              <a:ext cx="882720" cy="241560"/>
              <a:chOff x="360" y="4509000"/>
              <a:chExt cx="882720" cy="241560"/>
            </a:xfrm>
          </p:grpSpPr>
          <p:sp>
            <p:nvSpPr>
              <p:cNvPr id="1664" name="Google Shape;2273;p26"/>
              <p:cNvSpPr/>
              <p:nvPr/>
            </p:nvSpPr>
            <p:spPr bwMode="auto">
              <a:xfrm rot="10800000">
                <a:off x="731160" y="450900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 fill="norm" stroke="1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65" name="Google Shape;2274;p26"/>
              <p:cNvSpPr/>
              <p:nvPr/>
            </p:nvSpPr>
            <p:spPr bwMode="auto">
              <a:xfrm rot="10800000">
                <a:off x="585360" y="45090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66" name="Google Shape;2275;p26"/>
              <p:cNvSpPr/>
              <p:nvPr/>
            </p:nvSpPr>
            <p:spPr bwMode="auto">
              <a:xfrm rot="10800000">
                <a:off x="439200" y="45090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67" name="Google Shape;2276;p26"/>
              <p:cNvSpPr/>
              <p:nvPr/>
            </p:nvSpPr>
            <p:spPr bwMode="auto">
              <a:xfrm rot="10800000">
                <a:off x="293040" y="45090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68" name="Google Shape;2277;p26"/>
              <p:cNvSpPr/>
              <p:nvPr/>
            </p:nvSpPr>
            <p:spPr bwMode="auto">
              <a:xfrm rot="10800000">
                <a:off x="146880" y="45090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69" name="Google Shape;2278;p26"/>
              <p:cNvSpPr/>
              <p:nvPr/>
            </p:nvSpPr>
            <p:spPr bwMode="auto">
              <a:xfrm rot="10800000">
                <a:off x="360" y="45090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495275011" name="Google Shape;2279;p26"/>
          <p:cNvGrpSpPr/>
          <p:nvPr/>
        </p:nvGrpSpPr>
        <p:grpSpPr bwMode="auto">
          <a:xfrm>
            <a:off x="1397880" y="-114480"/>
            <a:ext cx="1520640" cy="301680"/>
            <a:chOff x="1397880" y="-114480"/>
            <a:chExt cx="1520640" cy="301680"/>
          </a:xfrm>
        </p:grpSpPr>
        <p:sp>
          <p:nvSpPr>
            <p:cNvPr id="1671" name="Google Shape;2280;p26"/>
            <p:cNvSpPr/>
            <p:nvPr/>
          </p:nvSpPr>
          <p:spPr bwMode="auto">
            <a:xfrm>
              <a:off x="1491480" y="-680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72" name="Google Shape;2281;p26"/>
            <p:cNvSpPr/>
            <p:nvPr/>
          </p:nvSpPr>
          <p:spPr bwMode="auto">
            <a:xfrm>
              <a:off x="2827080" y="957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73" name="Google Shape;2282;p26"/>
            <p:cNvSpPr/>
            <p:nvPr/>
          </p:nvSpPr>
          <p:spPr bwMode="auto">
            <a:xfrm>
              <a:off x="2850840" y="1206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74" name="Google Shape;2283;p26"/>
            <p:cNvSpPr/>
            <p:nvPr/>
          </p:nvSpPr>
          <p:spPr bwMode="auto">
            <a:xfrm>
              <a:off x="1397880" y="-11448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75" name="Google Shape;2284;p26"/>
            <p:cNvSpPr/>
            <p:nvPr/>
          </p:nvSpPr>
          <p:spPr bwMode="auto">
            <a:xfrm>
              <a:off x="1422000" y="-896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098911845" name="Google Shape;2285;p26"/>
          <p:cNvGrpSpPr/>
          <p:nvPr/>
        </p:nvGrpSpPr>
        <p:grpSpPr bwMode="auto">
          <a:xfrm>
            <a:off x="-141480" y="1750680"/>
            <a:ext cx="552600" cy="98640"/>
            <a:chOff x="-141480" y="1750680"/>
            <a:chExt cx="552600" cy="98640"/>
          </a:xfrm>
        </p:grpSpPr>
        <p:sp>
          <p:nvSpPr>
            <p:cNvPr id="1677" name="Google Shape;2286;p26"/>
            <p:cNvSpPr/>
            <p:nvPr/>
          </p:nvSpPr>
          <p:spPr bwMode="auto">
            <a:xfrm rot="5400000">
              <a:off x="312480" y="17506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78" name="Google Shape;2287;p26"/>
            <p:cNvSpPr/>
            <p:nvPr/>
          </p:nvSpPr>
          <p:spPr bwMode="auto">
            <a:xfrm rot="5400000">
              <a:off x="339120" y="17776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79" name="Google Shape;2288;p26"/>
            <p:cNvSpPr/>
            <p:nvPr/>
          </p:nvSpPr>
          <p:spPr bwMode="auto">
            <a:xfrm rot="5400000">
              <a:off x="-141480" y="17535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80" name="Google Shape;2289;p26"/>
            <p:cNvSpPr/>
            <p:nvPr/>
          </p:nvSpPr>
          <p:spPr bwMode="auto">
            <a:xfrm rot="5400000">
              <a:off x="-117720" y="17776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81" name="Google Shape;2290;p26"/>
            <p:cNvSpPr/>
            <p:nvPr/>
          </p:nvSpPr>
          <p:spPr bwMode="auto">
            <a:xfrm rot="5400000">
              <a:off x="134640" y="16149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822056433" name="Google Shape;2291;p26"/>
          <p:cNvSpPr/>
          <p:nvPr/>
        </p:nvSpPr>
        <p:spPr bwMode="auto">
          <a:xfrm>
            <a:off x="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226918024" name="Google Shape;2292;p26"/>
          <p:cNvSpPr/>
          <p:nvPr/>
        </p:nvSpPr>
        <p:spPr bwMode="auto">
          <a:xfrm>
            <a:off x="-1281600" y="37908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697404344" name="Google Shape;2293;p26"/>
          <p:cNvSpPr/>
          <p:nvPr/>
        </p:nvSpPr>
        <p:spPr bwMode="auto">
          <a:xfrm rot="10800000">
            <a:off x="85575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542577726" name="Google Shape;2294;p26"/>
          <p:cNvSpPr/>
          <p:nvPr/>
        </p:nvSpPr>
        <p:spPr bwMode="auto"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703575854" name="Google Shape;2295;p26"/>
          <p:cNvGrpSpPr/>
          <p:nvPr/>
        </p:nvGrpSpPr>
        <p:grpSpPr bwMode="auto">
          <a:xfrm>
            <a:off x="7812720" y="883440"/>
            <a:ext cx="1520640" cy="301680"/>
            <a:chOff x="7812720" y="883440"/>
            <a:chExt cx="1520640" cy="301680"/>
          </a:xfrm>
        </p:grpSpPr>
        <p:sp>
          <p:nvSpPr>
            <p:cNvPr id="1687" name="Google Shape;2296;p26"/>
            <p:cNvSpPr/>
            <p:nvPr/>
          </p:nvSpPr>
          <p:spPr bwMode="auto">
            <a:xfrm>
              <a:off x="7906320" y="929879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88" name="Google Shape;2297;p26"/>
            <p:cNvSpPr/>
            <p:nvPr/>
          </p:nvSpPr>
          <p:spPr bwMode="auto">
            <a:xfrm>
              <a:off x="9241920" y="10936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89" name="Google Shape;2298;p26"/>
            <p:cNvSpPr/>
            <p:nvPr/>
          </p:nvSpPr>
          <p:spPr bwMode="auto">
            <a:xfrm>
              <a:off x="9265680" y="11181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90" name="Google Shape;2299;p26"/>
            <p:cNvSpPr/>
            <p:nvPr/>
          </p:nvSpPr>
          <p:spPr bwMode="auto">
            <a:xfrm>
              <a:off x="7812720" y="88344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91" name="Google Shape;2300;p26"/>
            <p:cNvSpPr/>
            <p:nvPr/>
          </p:nvSpPr>
          <p:spPr bwMode="auto">
            <a:xfrm>
              <a:off x="7836840" y="9082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960231645" name="Google Shape;2301;p26"/>
          <p:cNvGrpSpPr/>
          <p:nvPr/>
        </p:nvGrpSpPr>
        <p:grpSpPr bwMode="auto"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1693" name="Google Shape;2302;p26"/>
            <p:cNvSpPr/>
            <p:nvPr/>
          </p:nvSpPr>
          <p:spPr bwMode="auto">
            <a:xfrm rot="5400000">
              <a:off x="8567640" y="401940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 stroke="1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94" name="Google Shape;2303;p26"/>
            <p:cNvSpPr/>
            <p:nvPr/>
          </p:nvSpPr>
          <p:spPr bwMode="auto">
            <a:xfrm rot="5400000">
              <a:off x="9340200" y="4746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95" name="Google Shape;2304;p26"/>
            <p:cNvSpPr/>
            <p:nvPr/>
          </p:nvSpPr>
          <p:spPr bwMode="auto">
            <a:xfrm rot="5400000">
              <a:off x="9365040" y="47703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96" name="Google Shape;2305;p26"/>
            <p:cNvSpPr/>
            <p:nvPr/>
          </p:nvSpPr>
          <p:spPr bwMode="auto">
            <a:xfrm rot="5400000">
              <a:off x="7911360" y="4536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97" name="Google Shape;2306;p26"/>
            <p:cNvSpPr/>
            <p:nvPr/>
          </p:nvSpPr>
          <p:spPr bwMode="auto">
            <a:xfrm rot="5400000">
              <a:off x="7935480" y="456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BLANK_2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3365739" name="Google Shape;2308;p27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699" name="Google Shape;2309;p27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0" name="Google Shape;2310;p27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1" name="Google Shape;2311;p27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2" name="Google Shape;2312;p27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3" name="Google Shape;2313;p27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4" name="Google Shape;2314;p27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5" name="Google Shape;2315;p27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6" name="Google Shape;2316;p27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7" name="Google Shape;2317;p27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8" name="Google Shape;2318;p27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9" name="Google Shape;2319;p27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0" name="Google Shape;2320;p27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1" name="Google Shape;2321;p27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2" name="Google Shape;2322;p27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3" name="Google Shape;2323;p27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4" name="Google Shape;2324;p27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5" name="Google Shape;2325;p27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6" name="Google Shape;2326;p27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7" name="Google Shape;2327;p27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8" name="Google Shape;2328;p27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9" name="Google Shape;2329;p27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0" name="Google Shape;2330;p27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1" name="Google Shape;2331;p27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2" name="Google Shape;2332;p27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3" name="Google Shape;2333;p27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4" name="Google Shape;2334;p27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5" name="Google Shape;2335;p27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6" name="Google Shape;2336;p27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7" name="Google Shape;2337;p27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8" name="Google Shape;2338;p27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9" name="Google Shape;2339;p27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30" name="Google Shape;2340;p27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31" name="Google Shape;2341;p27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32" name="Google Shape;2342;p27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33" name="Google Shape;2343;p27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34" name="Google Shape;2344;p27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35" name="Google Shape;2345;p27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36" name="Google Shape;2346;p27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175329119" name="PlaceHolder 1"/>
          <p:cNvSpPr>
            <a:spLocks noGrp="1"/>
          </p:cNvSpPr>
          <p:nvPr>
            <p:ph type="title"/>
          </p:nvPr>
        </p:nvSpPr>
        <p:spPr bwMode="auto"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70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7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6086485" name="Google Shape;2349;p27"/>
          <p:cNvSpPr/>
          <p:nvPr/>
        </p:nvSpPr>
        <p:spPr bwMode="auto">
          <a:xfrm>
            <a:off x="2532600" y="3327840"/>
            <a:ext cx="4078800" cy="6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" sz="1200" b="1" u="none" strike="noStrike">
                <a:solidFill>
                  <a:schemeClr val="accent2"/>
                </a:solidFill>
                <a:latin typeface="PT Sans"/>
                <a:ea typeface="PT Sans"/>
              </a:rPr>
              <a:t>Credits:</a:t>
            </a:r>
            <a:r>
              <a:rPr lang="en" sz="1200" b="0" u="none" strike="noStrike">
                <a:solidFill>
                  <a:schemeClr val="accent2"/>
                </a:solidFill>
                <a:latin typeface="PT Sans"/>
                <a:ea typeface="PT Sans"/>
              </a:rPr>
              <a:t> </a:t>
            </a:r>
            <a:r>
              <a:rPr lang="en" sz="1200" b="0" u="none" strike="noStrike">
                <a:solidFill>
                  <a:schemeClr val="lt1"/>
                </a:solidFill>
                <a:latin typeface="PT Sans"/>
                <a:ea typeface="PT Sans"/>
              </a:rPr>
              <a:t>This presentation template was created by </a:t>
            </a:r>
            <a:r>
              <a:rPr lang="en" sz="1200" b="1" u="sng" strike="noStrike">
                <a:solidFill>
                  <a:schemeClr val="accent2"/>
                </a:solidFill>
                <a:latin typeface="PT Sans"/>
                <a:ea typeface="PT Sans"/>
                <a:hlinkClick r:id="rId2" tooltip=""/>
              </a:rPr>
              <a:t>Slidesgo</a:t>
            </a:r>
            <a:r>
              <a:rPr lang="en" sz="1200" b="0" u="none" strike="noStrike">
                <a:solidFill>
                  <a:schemeClr val="lt1"/>
                </a:solidFill>
                <a:latin typeface="PT Sans"/>
                <a:ea typeface="PT Sans"/>
              </a:rPr>
              <a:t>, including icons, infographics &amp; images by </a:t>
            </a:r>
            <a:r>
              <a:rPr lang="en" sz="1200" b="1" u="sng" strike="noStrike">
                <a:solidFill>
                  <a:schemeClr val="accent2"/>
                </a:solidFill>
                <a:latin typeface="PT Sans"/>
                <a:ea typeface="PT Sans"/>
                <a:hlinkClick r:id="rId3" tooltip=""/>
              </a:rPr>
              <a:t>Freepik</a:t>
            </a:r>
            <a:endParaRPr lang="en-US" sz="1200" b="0" u="none" strike="noStrike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1854295380" name="Google Shape;2350;p27"/>
          <p:cNvSpPr/>
          <p:nvPr/>
        </p:nvSpPr>
        <p:spPr bwMode="auto">
          <a:xfrm rot="10800000">
            <a:off x="3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230520627" name="Google Shape;2351;p27"/>
          <p:cNvGrpSpPr/>
          <p:nvPr/>
        </p:nvGrpSpPr>
        <p:grpSpPr bwMode="auto"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1741" name="Google Shape;2352;p27"/>
            <p:cNvSpPr/>
            <p:nvPr/>
          </p:nvSpPr>
          <p:spPr bwMode="auto">
            <a:xfrm rot="16199998">
              <a:off x="348840" y="25848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742" name="Google Shape;2353;p27"/>
            <p:cNvGrpSpPr/>
            <p:nvPr/>
          </p:nvGrpSpPr>
          <p:grpSpPr bwMode="auto"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1743" name="Google Shape;2354;p27"/>
              <p:cNvSpPr/>
              <p:nvPr/>
            </p:nvSpPr>
            <p:spPr bwMode="auto">
              <a:xfrm rot="10800000">
                <a:off x="731160" y="7797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 fill="norm" stroke="1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44" name="Google Shape;2355;p27"/>
              <p:cNvSpPr/>
              <p:nvPr/>
            </p:nvSpPr>
            <p:spPr bwMode="auto">
              <a:xfrm rot="10800000">
                <a:off x="585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45" name="Google Shape;2356;p27"/>
              <p:cNvSpPr/>
              <p:nvPr/>
            </p:nvSpPr>
            <p:spPr bwMode="auto">
              <a:xfrm rot="10800000">
                <a:off x="43920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46" name="Google Shape;2357;p27"/>
              <p:cNvSpPr/>
              <p:nvPr/>
            </p:nvSpPr>
            <p:spPr bwMode="auto">
              <a:xfrm rot="10800000">
                <a:off x="29304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47" name="Google Shape;2358;p27"/>
              <p:cNvSpPr/>
              <p:nvPr/>
            </p:nvSpPr>
            <p:spPr bwMode="auto">
              <a:xfrm rot="10800000">
                <a:off x="14688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48" name="Google Shape;2359;p27"/>
              <p:cNvSpPr/>
              <p:nvPr/>
            </p:nvSpPr>
            <p:spPr bwMode="auto">
              <a:xfrm rot="10800000">
                <a:off x="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653250588" name="Google Shape;2360;p27"/>
          <p:cNvGrpSpPr/>
          <p:nvPr/>
        </p:nvGrpSpPr>
        <p:grpSpPr bwMode="auto">
          <a:xfrm>
            <a:off x="2619000" y="4981320"/>
            <a:ext cx="1520280" cy="301680"/>
            <a:chOff x="2619000" y="4981320"/>
            <a:chExt cx="1520280" cy="301680"/>
          </a:xfrm>
        </p:grpSpPr>
        <p:sp>
          <p:nvSpPr>
            <p:cNvPr id="1750" name="Google Shape;2361;p27"/>
            <p:cNvSpPr/>
            <p:nvPr/>
          </p:nvSpPr>
          <p:spPr bwMode="auto">
            <a:xfrm>
              <a:off x="2712240" y="50277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51" name="Google Shape;2362;p27"/>
            <p:cNvSpPr/>
            <p:nvPr/>
          </p:nvSpPr>
          <p:spPr bwMode="auto">
            <a:xfrm>
              <a:off x="4047840" y="51915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52" name="Google Shape;2363;p27"/>
            <p:cNvSpPr/>
            <p:nvPr/>
          </p:nvSpPr>
          <p:spPr bwMode="auto">
            <a:xfrm>
              <a:off x="4071960" y="5216039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53" name="Google Shape;2364;p27"/>
            <p:cNvSpPr/>
            <p:nvPr/>
          </p:nvSpPr>
          <p:spPr bwMode="auto">
            <a:xfrm>
              <a:off x="2619000" y="49813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54" name="Google Shape;2365;p27"/>
            <p:cNvSpPr/>
            <p:nvPr/>
          </p:nvSpPr>
          <p:spPr bwMode="auto">
            <a:xfrm>
              <a:off x="2642760" y="5006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848729295" name="Google Shape;2366;p27"/>
          <p:cNvGrpSpPr/>
          <p:nvPr/>
        </p:nvGrpSpPr>
        <p:grpSpPr bwMode="auto"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756" name="Google Shape;2367;p27"/>
            <p:cNvSpPr/>
            <p:nvPr/>
          </p:nvSpPr>
          <p:spPr bwMode="auto"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57" name="Google Shape;2368;p27"/>
            <p:cNvSpPr/>
            <p:nvPr/>
          </p:nvSpPr>
          <p:spPr bwMode="auto"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58" name="Google Shape;2369;p27"/>
            <p:cNvSpPr/>
            <p:nvPr/>
          </p:nvSpPr>
          <p:spPr bwMode="auto"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59" name="Google Shape;2370;p27"/>
            <p:cNvSpPr/>
            <p:nvPr/>
          </p:nvSpPr>
          <p:spPr bwMode="auto"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60" name="Google Shape;2371;p27"/>
            <p:cNvSpPr/>
            <p:nvPr/>
          </p:nvSpPr>
          <p:spPr bwMode="auto"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719639698" name="Google Shape;2372;p27"/>
          <p:cNvGrpSpPr/>
          <p:nvPr/>
        </p:nvGrpSpPr>
        <p:grpSpPr bwMode="auto"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1762" name="Google Shape;2373;p27"/>
            <p:cNvSpPr/>
            <p:nvPr/>
          </p:nvSpPr>
          <p:spPr bwMode="auto">
            <a:xfrm>
              <a:off x="-1414440" y="31093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63" name="Google Shape;2374;p27"/>
            <p:cNvSpPr/>
            <p:nvPr/>
          </p:nvSpPr>
          <p:spPr bwMode="auto">
            <a:xfrm>
              <a:off x="-1111320" y="28299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777432663" name="Google Shape;2375;p27"/>
          <p:cNvGrpSpPr/>
          <p:nvPr/>
        </p:nvGrpSpPr>
        <p:grpSpPr bwMode="auto">
          <a:xfrm>
            <a:off x="-529200" y="4313160"/>
            <a:ext cx="1822680" cy="196560"/>
            <a:chOff x="-529200" y="4313160"/>
            <a:chExt cx="1822680" cy="196560"/>
          </a:xfrm>
        </p:grpSpPr>
        <p:sp>
          <p:nvSpPr>
            <p:cNvPr id="1765" name="Google Shape;2376;p27"/>
            <p:cNvSpPr/>
            <p:nvPr/>
          </p:nvSpPr>
          <p:spPr bwMode="auto">
            <a:xfrm flipH="1">
              <a:off x="-529200" y="435960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66" name="Google Shape;2377;p27"/>
            <p:cNvSpPr/>
            <p:nvPr/>
          </p:nvSpPr>
          <p:spPr bwMode="auto">
            <a:xfrm flipH="1">
              <a:off x="1202040" y="43131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67" name="Google Shape;2378;p27"/>
            <p:cNvSpPr/>
            <p:nvPr/>
          </p:nvSpPr>
          <p:spPr bwMode="auto">
            <a:xfrm flipH="1">
              <a:off x="1225080" y="433800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541025739" name="Google Shape;2379;p27"/>
          <p:cNvSpPr/>
          <p:nvPr/>
        </p:nvSpPr>
        <p:spPr bwMode="auto">
          <a:xfrm rot="5400000">
            <a:off x="8208720" y="3885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964920414" name="Google Shape;2380;p27"/>
          <p:cNvGrpSpPr/>
          <p:nvPr/>
        </p:nvGrpSpPr>
        <p:grpSpPr bwMode="auto">
          <a:xfrm>
            <a:off x="5203080" y="4687200"/>
            <a:ext cx="1105560" cy="133920"/>
            <a:chOff x="5203080" y="4687200"/>
            <a:chExt cx="1105560" cy="133920"/>
          </a:xfrm>
        </p:grpSpPr>
        <p:grpSp>
          <p:nvGrpSpPr>
            <p:cNvPr id="1770" name="Google Shape;2381;p27"/>
            <p:cNvGrpSpPr/>
            <p:nvPr/>
          </p:nvGrpSpPr>
          <p:grpSpPr bwMode="auto">
            <a:xfrm>
              <a:off x="5203080" y="4770360"/>
              <a:ext cx="882720" cy="50760"/>
              <a:chOff x="5203080" y="4770360"/>
              <a:chExt cx="882720" cy="50760"/>
            </a:xfrm>
          </p:grpSpPr>
          <p:sp>
            <p:nvSpPr>
              <p:cNvPr id="1771" name="Google Shape;2382;p27"/>
              <p:cNvSpPr/>
              <p:nvPr/>
            </p:nvSpPr>
            <p:spPr bwMode="auto">
              <a:xfrm>
                <a:off x="52030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72" name="Google Shape;2383;p27"/>
              <p:cNvSpPr/>
              <p:nvPr/>
            </p:nvSpPr>
            <p:spPr bwMode="auto">
              <a:xfrm>
                <a:off x="52956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73" name="Google Shape;2384;p27"/>
              <p:cNvSpPr/>
              <p:nvPr/>
            </p:nvSpPr>
            <p:spPr bwMode="auto">
              <a:xfrm>
                <a:off x="53877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74" name="Google Shape;2385;p27"/>
              <p:cNvSpPr/>
              <p:nvPr/>
            </p:nvSpPr>
            <p:spPr bwMode="auto">
              <a:xfrm>
                <a:off x="54802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75" name="Google Shape;2386;p27"/>
              <p:cNvSpPr/>
              <p:nvPr/>
            </p:nvSpPr>
            <p:spPr bwMode="auto">
              <a:xfrm>
                <a:off x="55728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76" name="Google Shape;2387;p27"/>
              <p:cNvSpPr/>
              <p:nvPr/>
            </p:nvSpPr>
            <p:spPr bwMode="auto">
              <a:xfrm>
                <a:off x="566532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77" name="Google Shape;2388;p27"/>
              <p:cNvSpPr/>
              <p:nvPr/>
            </p:nvSpPr>
            <p:spPr bwMode="auto">
              <a:xfrm>
                <a:off x="57578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78" name="Google Shape;2389;p27"/>
              <p:cNvSpPr/>
              <p:nvPr/>
            </p:nvSpPr>
            <p:spPr bwMode="auto">
              <a:xfrm>
                <a:off x="58503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79" name="Google Shape;2390;p27"/>
              <p:cNvSpPr/>
              <p:nvPr/>
            </p:nvSpPr>
            <p:spPr bwMode="auto">
              <a:xfrm>
                <a:off x="59428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80" name="Google Shape;2391;p27"/>
              <p:cNvSpPr/>
              <p:nvPr/>
            </p:nvSpPr>
            <p:spPr bwMode="auto">
              <a:xfrm>
                <a:off x="6035039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781" name="Google Shape;2392;p27"/>
            <p:cNvGrpSpPr/>
            <p:nvPr/>
          </p:nvGrpSpPr>
          <p:grpSpPr bwMode="auto">
            <a:xfrm>
              <a:off x="5425560" y="4687200"/>
              <a:ext cx="883080" cy="50760"/>
              <a:chOff x="5425560" y="4687200"/>
              <a:chExt cx="883080" cy="50760"/>
            </a:xfrm>
          </p:grpSpPr>
          <p:sp>
            <p:nvSpPr>
              <p:cNvPr id="1782" name="Google Shape;2393;p27"/>
              <p:cNvSpPr/>
              <p:nvPr/>
            </p:nvSpPr>
            <p:spPr bwMode="auto">
              <a:xfrm>
                <a:off x="54255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83" name="Google Shape;2394;p27"/>
              <p:cNvSpPr/>
              <p:nvPr/>
            </p:nvSpPr>
            <p:spPr bwMode="auto">
              <a:xfrm>
                <a:off x="55180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84" name="Google Shape;2395;p27"/>
              <p:cNvSpPr/>
              <p:nvPr/>
            </p:nvSpPr>
            <p:spPr bwMode="auto">
              <a:xfrm>
                <a:off x="561060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85" name="Google Shape;2396;p27"/>
              <p:cNvSpPr/>
              <p:nvPr/>
            </p:nvSpPr>
            <p:spPr bwMode="auto">
              <a:xfrm>
                <a:off x="57031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86" name="Google Shape;2397;p27"/>
              <p:cNvSpPr/>
              <p:nvPr/>
            </p:nvSpPr>
            <p:spPr bwMode="auto">
              <a:xfrm>
                <a:off x="57956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87" name="Google Shape;2398;p27"/>
              <p:cNvSpPr/>
              <p:nvPr/>
            </p:nvSpPr>
            <p:spPr bwMode="auto">
              <a:xfrm>
                <a:off x="58881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88" name="Google Shape;2399;p27"/>
              <p:cNvSpPr/>
              <p:nvPr/>
            </p:nvSpPr>
            <p:spPr bwMode="auto">
              <a:xfrm>
                <a:off x="59803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89" name="Google Shape;2400;p27"/>
              <p:cNvSpPr/>
              <p:nvPr/>
            </p:nvSpPr>
            <p:spPr bwMode="auto">
              <a:xfrm>
                <a:off x="60728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90" name="Google Shape;2401;p27"/>
              <p:cNvSpPr/>
              <p:nvPr/>
            </p:nvSpPr>
            <p:spPr bwMode="auto">
              <a:xfrm>
                <a:off x="61653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91" name="Google Shape;2402;p27"/>
              <p:cNvSpPr/>
              <p:nvPr/>
            </p:nvSpPr>
            <p:spPr bwMode="auto">
              <a:xfrm>
                <a:off x="62578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1741426554" name="Google Shape;2403;p27"/>
          <p:cNvSpPr/>
          <p:nvPr/>
        </p:nvSpPr>
        <p:spPr bwMode="auto">
          <a:xfrm rot="10800000">
            <a:off x="8028000" y="2174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708482119" name="Google Shape;2404;p27"/>
          <p:cNvGrpSpPr/>
          <p:nvPr/>
        </p:nvGrpSpPr>
        <p:grpSpPr bwMode="auto">
          <a:xfrm>
            <a:off x="7935840" y="-377640"/>
            <a:ext cx="296280" cy="1822320"/>
            <a:chOff x="7935840" y="-377640"/>
            <a:chExt cx="296280" cy="1822320"/>
          </a:xfrm>
        </p:grpSpPr>
        <p:sp>
          <p:nvSpPr>
            <p:cNvPr id="1794" name="Google Shape;2405;p27"/>
            <p:cNvSpPr/>
            <p:nvPr/>
          </p:nvSpPr>
          <p:spPr bwMode="auto">
            <a:xfrm rot="16199998">
              <a:off x="7295039" y="40896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95" name="Google Shape;2406;p27"/>
            <p:cNvSpPr/>
            <p:nvPr/>
          </p:nvSpPr>
          <p:spPr bwMode="auto">
            <a:xfrm rot="16199998">
              <a:off x="7935840" y="7570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96" name="Google Shape;2407;p27"/>
            <p:cNvSpPr/>
            <p:nvPr/>
          </p:nvSpPr>
          <p:spPr bwMode="auto">
            <a:xfrm rot="16199998">
              <a:off x="7960320" y="78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 fill="norm" stroke="1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97" name="Google Shape;2408;p27"/>
            <p:cNvSpPr/>
            <p:nvPr/>
          </p:nvSpPr>
          <p:spPr bwMode="auto">
            <a:xfrm rot="16199998">
              <a:off x="8035560" y="1353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98" name="Google Shape;2409;p27"/>
            <p:cNvSpPr/>
            <p:nvPr/>
          </p:nvSpPr>
          <p:spPr bwMode="auto">
            <a:xfrm rot="16199998">
              <a:off x="8060039" y="1377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99" name="Google Shape;2410;p27"/>
            <p:cNvSpPr/>
            <p:nvPr/>
          </p:nvSpPr>
          <p:spPr bwMode="auto">
            <a:xfrm rot="16199998">
              <a:off x="7502400" y="10188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w="36417" h="5628" fill="none" stroke="1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826934116" name="Google Shape;2411;p27"/>
          <p:cNvGrpSpPr/>
          <p:nvPr/>
        </p:nvGrpSpPr>
        <p:grpSpPr bwMode="auto">
          <a:xfrm>
            <a:off x="8267400" y="2926440"/>
            <a:ext cx="1105560" cy="133560"/>
            <a:chOff x="8267400" y="2926440"/>
            <a:chExt cx="1105560" cy="133560"/>
          </a:xfrm>
        </p:grpSpPr>
        <p:grpSp>
          <p:nvGrpSpPr>
            <p:cNvPr id="1801" name="Google Shape;2412;p27"/>
            <p:cNvGrpSpPr/>
            <p:nvPr/>
          </p:nvGrpSpPr>
          <p:grpSpPr bwMode="auto">
            <a:xfrm>
              <a:off x="8267400" y="3009240"/>
              <a:ext cx="883080" cy="50760"/>
              <a:chOff x="8267400" y="3009240"/>
              <a:chExt cx="883080" cy="50760"/>
            </a:xfrm>
          </p:grpSpPr>
          <p:sp>
            <p:nvSpPr>
              <p:cNvPr id="1802" name="Google Shape;2413;p27"/>
              <p:cNvSpPr/>
              <p:nvPr/>
            </p:nvSpPr>
            <p:spPr bwMode="auto">
              <a:xfrm>
                <a:off x="82674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03" name="Google Shape;2414;p27"/>
              <p:cNvSpPr/>
              <p:nvPr/>
            </p:nvSpPr>
            <p:spPr bwMode="auto">
              <a:xfrm>
                <a:off x="83599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04" name="Google Shape;2415;p27"/>
              <p:cNvSpPr/>
              <p:nvPr/>
            </p:nvSpPr>
            <p:spPr bwMode="auto">
              <a:xfrm>
                <a:off x="84524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05" name="Google Shape;2416;p27"/>
              <p:cNvSpPr/>
              <p:nvPr/>
            </p:nvSpPr>
            <p:spPr bwMode="auto">
              <a:xfrm>
                <a:off x="85449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06" name="Google Shape;2417;p27"/>
              <p:cNvSpPr/>
              <p:nvPr/>
            </p:nvSpPr>
            <p:spPr bwMode="auto">
              <a:xfrm>
                <a:off x="86371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07" name="Google Shape;2418;p27"/>
              <p:cNvSpPr/>
              <p:nvPr/>
            </p:nvSpPr>
            <p:spPr bwMode="auto">
              <a:xfrm>
                <a:off x="87296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08" name="Google Shape;2419;p27"/>
              <p:cNvSpPr/>
              <p:nvPr/>
            </p:nvSpPr>
            <p:spPr bwMode="auto">
              <a:xfrm>
                <a:off x="88221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09" name="Google Shape;2420;p27"/>
              <p:cNvSpPr/>
              <p:nvPr/>
            </p:nvSpPr>
            <p:spPr bwMode="auto">
              <a:xfrm>
                <a:off x="891468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10" name="Google Shape;2421;p27"/>
              <p:cNvSpPr/>
              <p:nvPr/>
            </p:nvSpPr>
            <p:spPr bwMode="auto">
              <a:xfrm>
                <a:off x="90072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11" name="Google Shape;2422;p27"/>
              <p:cNvSpPr/>
              <p:nvPr/>
            </p:nvSpPr>
            <p:spPr bwMode="auto">
              <a:xfrm>
                <a:off x="90997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812" name="Google Shape;2423;p27"/>
            <p:cNvGrpSpPr/>
            <p:nvPr/>
          </p:nvGrpSpPr>
          <p:grpSpPr bwMode="auto">
            <a:xfrm>
              <a:off x="8490240" y="2926440"/>
              <a:ext cx="882720" cy="50760"/>
              <a:chOff x="8490240" y="2926440"/>
              <a:chExt cx="882720" cy="50760"/>
            </a:xfrm>
          </p:grpSpPr>
          <p:sp>
            <p:nvSpPr>
              <p:cNvPr id="1813" name="Google Shape;2424;p27"/>
              <p:cNvSpPr/>
              <p:nvPr/>
            </p:nvSpPr>
            <p:spPr bwMode="auto">
              <a:xfrm>
                <a:off x="84902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14" name="Google Shape;2425;p27"/>
              <p:cNvSpPr/>
              <p:nvPr/>
            </p:nvSpPr>
            <p:spPr bwMode="auto">
              <a:xfrm>
                <a:off x="85824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15" name="Google Shape;2426;p27"/>
              <p:cNvSpPr/>
              <p:nvPr/>
            </p:nvSpPr>
            <p:spPr bwMode="auto">
              <a:xfrm>
                <a:off x="86749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16" name="Google Shape;2427;p27"/>
              <p:cNvSpPr/>
              <p:nvPr/>
            </p:nvSpPr>
            <p:spPr bwMode="auto">
              <a:xfrm>
                <a:off x="87674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17" name="Google Shape;2428;p27"/>
              <p:cNvSpPr/>
              <p:nvPr/>
            </p:nvSpPr>
            <p:spPr bwMode="auto">
              <a:xfrm>
                <a:off x="885996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18" name="Google Shape;2429;p27"/>
              <p:cNvSpPr/>
              <p:nvPr/>
            </p:nvSpPr>
            <p:spPr bwMode="auto">
              <a:xfrm>
                <a:off x="89524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19" name="Google Shape;2430;p27"/>
              <p:cNvSpPr/>
              <p:nvPr/>
            </p:nvSpPr>
            <p:spPr bwMode="auto">
              <a:xfrm>
                <a:off x="90450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20" name="Google Shape;2431;p27"/>
              <p:cNvSpPr/>
              <p:nvPr/>
            </p:nvSpPr>
            <p:spPr bwMode="auto">
              <a:xfrm>
                <a:off x="91375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21" name="Google Shape;2432;p27"/>
              <p:cNvSpPr/>
              <p:nvPr/>
            </p:nvSpPr>
            <p:spPr bwMode="auto">
              <a:xfrm>
                <a:off x="92296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22" name="Google Shape;2433;p27"/>
              <p:cNvSpPr/>
              <p:nvPr/>
            </p:nvSpPr>
            <p:spPr bwMode="auto">
              <a:xfrm>
                <a:off x="93222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2012779876" name="Google Shape;2434;p27"/>
          <p:cNvGrpSpPr/>
          <p:nvPr/>
        </p:nvGrpSpPr>
        <p:grpSpPr bwMode="auto">
          <a:xfrm>
            <a:off x="2360160" y="376200"/>
            <a:ext cx="1252440" cy="50760"/>
            <a:chOff x="2360160" y="376200"/>
            <a:chExt cx="1252440" cy="50760"/>
          </a:xfrm>
        </p:grpSpPr>
        <p:sp>
          <p:nvSpPr>
            <p:cNvPr id="1824" name="Google Shape;2435;p27"/>
            <p:cNvSpPr/>
            <p:nvPr/>
          </p:nvSpPr>
          <p:spPr bwMode="auto">
            <a:xfrm>
              <a:off x="2360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25" name="Google Shape;2436;p27"/>
            <p:cNvSpPr/>
            <p:nvPr/>
          </p:nvSpPr>
          <p:spPr bwMode="auto">
            <a:xfrm>
              <a:off x="2452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26" name="Google Shape;2437;p27"/>
            <p:cNvSpPr/>
            <p:nvPr/>
          </p:nvSpPr>
          <p:spPr bwMode="auto">
            <a:xfrm>
              <a:off x="2544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27" name="Google Shape;2438;p27"/>
            <p:cNvSpPr/>
            <p:nvPr/>
          </p:nvSpPr>
          <p:spPr bwMode="auto">
            <a:xfrm>
              <a:off x="26373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28" name="Google Shape;2439;p27"/>
            <p:cNvSpPr/>
            <p:nvPr/>
          </p:nvSpPr>
          <p:spPr bwMode="auto">
            <a:xfrm>
              <a:off x="272988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29" name="Google Shape;2440;p27"/>
            <p:cNvSpPr/>
            <p:nvPr/>
          </p:nvSpPr>
          <p:spPr bwMode="auto">
            <a:xfrm>
              <a:off x="28224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30" name="Google Shape;2441;p27"/>
            <p:cNvSpPr/>
            <p:nvPr/>
          </p:nvSpPr>
          <p:spPr bwMode="auto">
            <a:xfrm>
              <a:off x="29149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31" name="Google Shape;2442;p27"/>
            <p:cNvSpPr/>
            <p:nvPr/>
          </p:nvSpPr>
          <p:spPr bwMode="auto">
            <a:xfrm>
              <a:off x="30074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32" name="Google Shape;2443;p27"/>
            <p:cNvSpPr/>
            <p:nvPr/>
          </p:nvSpPr>
          <p:spPr bwMode="auto">
            <a:xfrm>
              <a:off x="30996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33" name="Google Shape;2444;p27"/>
            <p:cNvSpPr/>
            <p:nvPr/>
          </p:nvSpPr>
          <p:spPr bwMode="auto">
            <a:xfrm>
              <a:off x="31921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34" name="Google Shape;2445;p27"/>
            <p:cNvSpPr/>
            <p:nvPr/>
          </p:nvSpPr>
          <p:spPr bwMode="auto">
            <a:xfrm>
              <a:off x="32846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35" name="Google Shape;2446;p27"/>
            <p:cNvSpPr/>
            <p:nvPr/>
          </p:nvSpPr>
          <p:spPr bwMode="auto">
            <a:xfrm>
              <a:off x="3377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36" name="Google Shape;2447;p27"/>
            <p:cNvSpPr/>
            <p:nvPr/>
          </p:nvSpPr>
          <p:spPr bwMode="auto">
            <a:xfrm>
              <a:off x="3469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37" name="Google Shape;2448;p27"/>
            <p:cNvSpPr/>
            <p:nvPr/>
          </p:nvSpPr>
          <p:spPr bwMode="auto">
            <a:xfrm>
              <a:off x="3561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475247266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_2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36497918" name="Google Shape;2308;p27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699" name="Google Shape;2309;p27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0" name="Google Shape;2310;p27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1" name="Google Shape;2311;p27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2" name="Google Shape;2312;p27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3" name="Google Shape;2313;p27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4" name="Google Shape;2314;p27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5" name="Google Shape;2315;p27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6" name="Google Shape;2316;p27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7" name="Google Shape;2317;p27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8" name="Google Shape;2318;p27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9" name="Google Shape;2319;p27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0" name="Google Shape;2320;p27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1" name="Google Shape;2321;p27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2" name="Google Shape;2322;p27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3" name="Google Shape;2323;p27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4" name="Google Shape;2324;p27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5" name="Google Shape;2325;p27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6" name="Google Shape;2326;p27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7" name="Google Shape;2327;p27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8" name="Google Shape;2328;p27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19" name="Google Shape;2329;p27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0" name="Google Shape;2330;p27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1" name="Google Shape;2331;p27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2" name="Google Shape;2332;p27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3" name="Google Shape;2333;p27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4" name="Google Shape;2334;p27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5" name="Google Shape;2335;p27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6" name="Google Shape;2336;p27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7" name="Google Shape;2337;p27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8" name="Google Shape;2338;p27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9" name="Google Shape;2339;p27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30" name="Google Shape;2340;p27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31" name="Google Shape;2341;p27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32" name="Google Shape;2342;p27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33" name="Google Shape;2343;p27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34" name="Google Shape;2344;p27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35" name="Google Shape;2345;p27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36" name="Google Shape;2346;p27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321051521" name="PlaceHolder 1"/>
          <p:cNvSpPr>
            <a:spLocks noGrp="1"/>
          </p:cNvSpPr>
          <p:nvPr>
            <p:ph type="title"/>
          </p:nvPr>
        </p:nvSpPr>
        <p:spPr bwMode="auto"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70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7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46415940" name="Google Shape;2349;p27"/>
          <p:cNvSpPr/>
          <p:nvPr/>
        </p:nvSpPr>
        <p:spPr bwMode="auto">
          <a:xfrm>
            <a:off x="2532600" y="3327840"/>
            <a:ext cx="4078800" cy="6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" sz="1200" b="1" u="none" strike="noStrike">
                <a:solidFill>
                  <a:schemeClr val="accent2"/>
                </a:solidFill>
                <a:latin typeface="PT Sans"/>
                <a:ea typeface="PT Sans"/>
              </a:rPr>
              <a:t>Credits:</a:t>
            </a:r>
            <a:r>
              <a:rPr lang="en" sz="1200" b="0" u="none" strike="noStrike">
                <a:solidFill>
                  <a:schemeClr val="accent2"/>
                </a:solidFill>
                <a:latin typeface="PT Sans"/>
                <a:ea typeface="PT Sans"/>
              </a:rPr>
              <a:t> </a:t>
            </a:r>
            <a:r>
              <a:rPr lang="en" sz="1200" b="0" u="none" strike="noStrike">
                <a:solidFill>
                  <a:schemeClr val="lt1"/>
                </a:solidFill>
                <a:latin typeface="PT Sans"/>
                <a:ea typeface="PT Sans"/>
              </a:rPr>
              <a:t>This presentation template was created by </a:t>
            </a:r>
            <a:r>
              <a:rPr lang="en" sz="1200" b="1" u="sng" strike="noStrike">
                <a:solidFill>
                  <a:schemeClr val="accent2"/>
                </a:solidFill>
                <a:latin typeface="PT Sans"/>
                <a:ea typeface="PT Sans"/>
                <a:hlinkClick r:id="rId2" tooltip=""/>
              </a:rPr>
              <a:t>Slidesgo</a:t>
            </a:r>
            <a:r>
              <a:rPr lang="en" sz="1200" b="0" u="none" strike="noStrike">
                <a:solidFill>
                  <a:schemeClr val="lt1"/>
                </a:solidFill>
                <a:latin typeface="PT Sans"/>
                <a:ea typeface="PT Sans"/>
              </a:rPr>
              <a:t>, including icons, infographics &amp; images by </a:t>
            </a:r>
            <a:r>
              <a:rPr lang="en" sz="1200" b="1" u="sng" strike="noStrike">
                <a:solidFill>
                  <a:schemeClr val="accent2"/>
                </a:solidFill>
                <a:latin typeface="PT Sans"/>
                <a:ea typeface="PT Sans"/>
                <a:hlinkClick r:id="rId3" tooltip=""/>
              </a:rPr>
              <a:t>Freepik</a:t>
            </a:r>
            <a:endParaRPr lang="en-US" sz="1200" b="0" u="none" strike="noStrike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617722697" name="Google Shape;2350;p27"/>
          <p:cNvSpPr/>
          <p:nvPr/>
        </p:nvSpPr>
        <p:spPr bwMode="auto">
          <a:xfrm rot="10800000">
            <a:off x="3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216676172" name="Google Shape;2351;p27"/>
          <p:cNvGrpSpPr/>
          <p:nvPr/>
        </p:nvGrpSpPr>
        <p:grpSpPr bwMode="auto"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1741" name="Google Shape;2352;p27"/>
            <p:cNvSpPr/>
            <p:nvPr/>
          </p:nvSpPr>
          <p:spPr bwMode="auto">
            <a:xfrm rot="16199998">
              <a:off x="348840" y="25848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842" name="Google Shape;2353;p27"/>
            <p:cNvGrpSpPr/>
            <p:nvPr/>
          </p:nvGrpSpPr>
          <p:grpSpPr bwMode="auto"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1743" name="Google Shape;2354;p27"/>
              <p:cNvSpPr/>
              <p:nvPr/>
            </p:nvSpPr>
            <p:spPr bwMode="auto">
              <a:xfrm rot="10800000">
                <a:off x="731160" y="7797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 fill="norm" stroke="1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44" name="Google Shape;2355;p27"/>
              <p:cNvSpPr/>
              <p:nvPr/>
            </p:nvSpPr>
            <p:spPr bwMode="auto">
              <a:xfrm rot="10800000">
                <a:off x="585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45" name="Google Shape;2356;p27"/>
              <p:cNvSpPr/>
              <p:nvPr/>
            </p:nvSpPr>
            <p:spPr bwMode="auto">
              <a:xfrm rot="10800000">
                <a:off x="43920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46" name="Google Shape;2357;p27"/>
              <p:cNvSpPr/>
              <p:nvPr/>
            </p:nvSpPr>
            <p:spPr bwMode="auto">
              <a:xfrm rot="10800000">
                <a:off x="29304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47" name="Google Shape;2358;p27"/>
              <p:cNvSpPr/>
              <p:nvPr/>
            </p:nvSpPr>
            <p:spPr bwMode="auto">
              <a:xfrm rot="10800000">
                <a:off x="14688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48" name="Google Shape;2359;p27"/>
              <p:cNvSpPr/>
              <p:nvPr/>
            </p:nvSpPr>
            <p:spPr bwMode="auto">
              <a:xfrm rot="10800000">
                <a:off x="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970234020" name="Google Shape;2360;p27"/>
          <p:cNvGrpSpPr/>
          <p:nvPr/>
        </p:nvGrpSpPr>
        <p:grpSpPr bwMode="auto">
          <a:xfrm>
            <a:off x="2619000" y="4981320"/>
            <a:ext cx="1520280" cy="301680"/>
            <a:chOff x="2619000" y="4981320"/>
            <a:chExt cx="1520280" cy="301680"/>
          </a:xfrm>
        </p:grpSpPr>
        <p:sp>
          <p:nvSpPr>
            <p:cNvPr id="1750" name="Google Shape;2361;p27"/>
            <p:cNvSpPr/>
            <p:nvPr/>
          </p:nvSpPr>
          <p:spPr bwMode="auto">
            <a:xfrm>
              <a:off x="2712240" y="50277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51" name="Google Shape;2362;p27"/>
            <p:cNvSpPr/>
            <p:nvPr/>
          </p:nvSpPr>
          <p:spPr bwMode="auto">
            <a:xfrm>
              <a:off x="4047840" y="51915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52" name="Google Shape;2363;p27"/>
            <p:cNvSpPr/>
            <p:nvPr/>
          </p:nvSpPr>
          <p:spPr bwMode="auto">
            <a:xfrm>
              <a:off x="4071960" y="5216039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53" name="Google Shape;2364;p27"/>
            <p:cNvSpPr/>
            <p:nvPr/>
          </p:nvSpPr>
          <p:spPr bwMode="auto">
            <a:xfrm>
              <a:off x="2619000" y="49813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54" name="Google Shape;2365;p27"/>
            <p:cNvSpPr/>
            <p:nvPr/>
          </p:nvSpPr>
          <p:spPr bwMode="auto">
            <a:xfrm>
              <a:off x="2642760" y="5006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732805987" name="Google Shape;2366;p27"/>
          <p:cNvGrpSpPr/>
          <p:nvPr/>
        </p:nvGrpSpPr>
        <p:grpSpPr bwMode="auto"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756" name="Google Shape;2367;p27"/>
            <p:cNvSpPr/>
            <p:nvPr/>
          </p:nvSpPr>
          <p:spPr bwMode="auto"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57" name="Google Shape;2368;p27"/>
            <p:cNvSpPr/>
            <p:nvPr/>
          </p:nvSpPr>
          <p:spPr bwMode="auto"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58" name="Google Shape;2369;p27"/>
            <p:cNvSpPr/>
            <p:nvPr/>
          </p:nvSpPr>
          <p:spPr bwMode="auto"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59" name="Google Shape;2370;p27"/>
            <p:cNvSpPr/>
            <p:nvPr/>
          </p:nvSpPr>
          <p:spPr bwMode="auto"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60" name="Google Shape;2371;p27"/>
            <p:cNvSpPr/>
            <p:nvPr/>
          </p:nvSpPr>
          <p:spPr bwMode="auto"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253358913" name="Google Shape;2372;p27"/>
          <p:cNvGrpSpPr/>
          <p:nvPr/>
        </p:nvGrpSpPr>
        <p:grpSpPr bwMode="auto"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1762" name="Google Shape;2373;p27"/>
            <p:cNvSpPr/>
            <p:nvPr/>
          </p:nvSpPr>
          <p:spPr bwMode="auto">
            <a:xfrm>
              <a:off x="-1414440" y="31093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63" name="Google Shape;2374;p27"/>
            <p:cNvSpPr/>
            <p:nvPr/>
          </p:nvSpPr>
          <p:spPr bwMode="auto">
            <a:xfrm>
              <a:off x="-1111320" y="28299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587502035" name="Google Shape;2375;p27"/>
          <p:cNvGrpSpPr/>
          <p:nvPr/>
        </p:nvGrpSpPr>
        <p:grpSpPr bwMode="auto">
          <a:xfrm>
            <a:off x="-529200" y="4313160"/>
            <a:ext cx="1822680" cy="196560"/>
            <a:chOff x="-529200" y="4313160"/>
            <a:chExt cx="1822680" cy="196560"/>
          </a:xfrm>
        </p:grpSpPr>
        <p:sp>
          <p:nvSpPr>
            <p:cNvPr id="1765" name="Google Shape;2376;p27"/>
            <p:cNvSpPr/>
            <p:nvPr/>
          </p:nvSpPr>
          <p:spPr bwMode="auto">
            <a:xfrm flipH="1">
              <a:off x="-529200" y="435960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66" name="Google Shape;2377;p27"/>
            <p:cNvSpPr/>
            <p:nvPr/>
          </p:nvSpPr>
          <p:spPr bwMode="auto">
            <a:xfrm flipH="1">
              <a:off x="1202040" y="43131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67" name="Google Shape;2378;p27"/>
            <p:cNvSpPr/>
            <p:nvPr/>
          </p:nvSpPr>
          <p:spPr bwMode="auto">
            <a:xfrm flipH="1">
              <a:off x="1225080" y="433800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474903828" name="Google Shape;2379;p27"/>
          <p:cNvSpPr/>
          <p:nvPr/>
        </p:nvSpPr>
        <p:spPr bwMode="auto">
          <a:xfrm rot="5400000">
            <a:off x="8208720" y="3885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756096904" name="Google Shape;2380;p27"/>
          <p:cNvGrpSpPr/>
          <p:nvPr/>
        </p:nvGrpSpPr>
        <p:grpSpPr bwMode="auto">
          <a:xfrm>
            <a:off x="5203080" y="4687200"/>
            <a:ext cx="1105560" cy="133920"/>
            <a:chOff x="5203080" y="4687200"/>
            <a:chExt cx="1105560" cy="133920"/>
          </a:xfrm>
        </p:grpSpPr>
        <p:grpSp>
          <p:nvGrpSpPr>
            <p:cNvPr id="1848" name="Google Shape;2381;p27"/>
            <p:cNvGrpSpPr/>
            <p:nvPr/>
          </p:nvGrpSpPr>
          <p:grpSpPr bwMode="auto">
            <a:xfrm>
              <a:off x="5203080" y="4770360"/>
              <a:ext cx="882720" cy="50760"/>
              <a:chOff x="5203080" y="4770360"/>
              <a:chExt cx="882720" cy="50760"/>
            </a:xfrm>
          </p:grpSpPr>
          <p:sp>
            <p:nvSpPr>
              <p:cNvPr id="1771" name="Google Shape;2382;p27"/>
              <p:cNvSpPr/>
              <p:nvPr/>
            </p:nvSpPr>
            <p:spPr bwMode="auto">
              <a:xfrm>
                <a:off x="52030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72" name="Google Shape;2383;p27"/>
              <p:cNvSpPr/>
              <p:nvPr/>
            </p:nvSpPr>
            <p:spPr bwMode="auto">
              <a:xfrm>
                <a:off x="52956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73" name="Google Shape;2384;p27"/>
              <p:cNvSpPr/>
              <p:nvPr/>
            </p:nvSpPr>
            <p:spPr bwMode="auto">
              <a:xfrm>
                <a:off x="53877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74" name="Google Shape;2385;p27"/>
              <p:cNvSpPr/>
              <p:nvPr/>
            </p:nvSpPr>
            <p:spPr bwMode="auto">
              <a:xfrm>
                <a:off x="54802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75" name="Google Shape;2386;p27"/>
              <p:cNvSpPr/>
              <p:nvPr/>
            </p:nvSpPr>
            <p:spPr bwMode="auto">
              <a:xfrm>
                <a:off x="55728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76" name="Google Shape;2387;p27"/>
              <p:cNvSpPr/>
              <p:nvPr/>
            </p:nvSpPr>
            <p:spPr bwMode="auto">
              <a:xfrm>
                <a:off x="566532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77" name="Google Shape;2388;p27"/>
              <p:cNvSpPr/>
              <p:nvPr/>
            </p:nvSpPr>
            <p:spPr bwMode="auto">
              <a:xfrm>
                <a:off x="57578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78" name="Google Shape;2389;p27"/>
              <p:cNvSpPr/>
              <p:nvPr/>
            </p:nvSpPr>
            <p:spPr bwMode="auto">
              <a:xfrm>
                <a:off x="58503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79" name="Google Shape;2390;p27"/>
              <p:cNvSpPr/>
              <p:nvPr/>
            </p:nvSpPr>
            <p:spPr bwMode="auto">
              <a:xfrm>
                <a:off x="59428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80" name="Google Shape;2391;p27"/>
              <p:cNvSpPr/>
              <p:nvPr/>
            </p:nvSpPr>
            <p:spPr bwMode="auto">
              <a:xfrm>
                <a:off x="6035039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849" name="Google Shape;2392;p27"/>
            <p:cNvGrpSpPr/>
            <p:nvPr/>
          </p:nvGrpSpPr>
          <p:grpSpPr bwMode="auto">
            <a:xfrm>
              <a:off x="5425560" y="4687200"/>
              <a:ext cx="883080" cy="50760"/>
              <a:chOff x="5425560" y="4687200"/>
              <a:chExt cx="883080" cy="50760"/>
            </a:xfrm>
          </p:grpSpPr>
          <p:sp>
            <p:nvSpPr>
              <p:cNvPr id="1782" name="Google Shape;2393;p27"/>
              <p:cNvSpPr/>
              <p:nvPr/>
            </p:nvSpPr>
            <p:spPr bwMode="auto">
              <a:xfrm>
                <a:off x="54255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83" name="Google Shape;2394;p27"/>
              <p:cNvSpPr/>
              <p:nvPr/>
            </p:nvSpPr>
            <p:spPr bwMode="auto">
              <a:xfrm>
                <a:off x="55180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84" name="Google Shape;2395;p27"/>
              <p:cNvSpPr/>
              <p:nvPr/>
            </p:nvSpPr>
            <p:spPr bwMode="auto">
              <a:xfrm>
                <a:off x="561060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85" name="Google Shape;2396;p27"/>
              <p:cNvSpPr/>
              <p:nvPr/>
            </p:nvSpPr>
            <p:spPr bwMode="auto">
              <a:xfrm>
                <a:off x="57031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86" name="Google Shape;2397;p27"/>
              <p:cNvSpPr/>
              <p:nvPr/>
            </p:nvSpPr>
            <p:spPr bwMode="auto">
              <a:xfrm>
                <a:off x="57956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87" name="Google Shape;2398;p27"/>
              <p:cNvSpPr/>
              <p:nvPr/>
            </p:nvSpPr>
            <p:spPr bwMode="auto">
              <a:xfrm>
                <a:off x="58881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88" name="Google Shape;2399;p27"/>
              <p:cNvSpPr/>
              <p:nvPr/>
            </p:nvSpPr>
            <p:spPr bwMode="auto">
              <a:xfrm>
                <a:off x="59803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89" name="Google Shape;2400;p27"/>
              <p:cNvSpPr/>
              <p:nvPr/>
            </p:nvSpPr>
            <p:spPr bwMode="auto">
              <a:xfrm>
                <a:off x="60728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90" name="Google Shape;2401;p27"/>
              <p:cNvSpPr/>
              <p:nvPr/>
            </p:nvSpPr>
            <p:spPr bwMode="auto">
              <a:xfrm>
                <a:off x="61653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91" name="Google Shape;2402;p27"/>
              <p:cNvSpPr/>
              <p:nvPr/>
            </p:nvSpPr>
            <p:spPr bwMode="auto">
              <a:xfrm>
                <a:off x="62578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2047837116" name="Google Shape;2403;p27"/>
          <p:cNvSpPr/>
          <p:nvPr/>
        </p:nvSpPr>
        <p:spPr bwMode="auto">
          <a:xfrm rot="10800000">
            <a:off x="8028000" y="2174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700421274" name="Google Shape;2404;p27"/>
          <p:cNvGrpSpPr/>
          <p:nvPr/>
        </p:nvGrpSpPr>
        <p:grpSpPr bwMode="auto">
          <a:xfrm>
            <a:off x="7935840" y="-377640"/>
            <a:ext cx="296280" cy="1822320"/>
            <a:chOff x="7935840" y="-377640"/>
            <a:chExt cx="296280" cy="1822320"/>
          </a:xfrm>
        </p:grpSpPr>
        <p:sp>
          <p:nvSpPr>
            <p:cNvPr id="1794" name="Google Shape;2405;p27"/>
            <p:cNvSpPr/>
            <p:nvPr/>
          </p:nvSpPr>
          <p:spPr bwMode="auto">
            <a:xfrm rot="16199998">
              <a:off x="7295039" y="40896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95" name="Google Shape;2406;p27"/>
            <p:cNvSpPr/>
            <p:nvPr/>
          </p:nvSpPr>
          <p:spPr bwMode="auto">
            <a:xfrm rot="16199998">
              <a:off x="7935840" y="7570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96" name="Google Shape;2407;p27"/>
            <p:cNvSpPr/>
            <p:nvPr/>
          </p:nvSpPr>
          <p:spPr bwMode="auto">
            <a:xfrm rot="16199998">
              <a:off x="7960320" y="78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 fill="norm" stroke="1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97" name="Google Shape;2408;p27"/>
            <p:cNvSpPr/>
            <p:nvPr/>
          </p:nvSpPr>
          <p:spPr bwMode="auto">
            <a:xfrm rot="16199998">
              <a:off x="8035560" y="1353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98" name="Google Shape;2409;p27"/>
            <p:cNvSpPr/>
            <p:nvPr/>
          </p:nvSpPr>
          <p:spPr bwMode="auto">
            <a:xfrm rot="16199998">
              <a:off x="8060039" y="1377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99" name="Google Shape;2410;p27"/>
            <p:cNvSpPr/>
            <p:nvPr/>
          </p:nvSpPr>
          <p:spPr bwMode="auto">
            <a:xfrm rot="16199998">
              <a:off x="7502400" y="10188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w="36417" h="5628" fill="none" stroke="1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82722645" name="Google Shape;2411;p27"/>
          <p:cNvGrpSpPr/>
          <p:nvPr/>
        </p:nvGrpSpPr>
        <p:grpSpPr bwMode="auto">
          <a:xfrm>
            <a:off x="8267400" y="2926440"/>
            <a:ext cx="1105560" cy="133560"/>
            <a:chOff x="8267400" y="2926440"/>
            <a:chExt cx="1105560" cy="133560"/>
          </a:xfrm>
        </p:grpSpPr>
        <p:grpSp>
          <p:nvGrpSpPr>
            <p:cNvPr id="1852" name="Google Shape;2412;p27"/>
            <p:cNvGrpSpPr/>
            <p:nvPr/>
          </p:nvGrpSpPr>
          <p:grpSpPr bwMode="auto">
            <a:xfrm>
              <a:off x="8267400" y="3009240"/>
              <a:ext cx="883080" cy="50760"/>
              <a:chOff x="8267400" y="3009240"/>
              <a:chExt cx="883080" cy="50760"/>
            </a:xfrm>
          </p:grpSpPr>
          <p:sp>
            <p:nvSpPr>
              <p:cNvPr id="1802" name="Google Shape;2413;p27"/>
              <p:cNvSpPr/>
              <p:nvPr/>
            </p:nvSpPr>
            <p:spPr bwMode="auto">
              <a:xfrm>
                <a:off x="82674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03" name="Google Shape;2414;p27"/>
              <p:cNvSpPr/>
              <p:nvPr/>
            </p:nvSpPr>
            <p:spPr bwMode="auto">
              <a:xfrm>
                <a:off x="83599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04" name="Google Shape;2415;p27"/>
              <p:cNvSpPr/>
              <p:nvPr/>
            </p:nvSpPr>
            <p:spPr bwMode="auto">
              <a:xfrm>
                <a:off x="84524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05" name="Google Shape;2416;p27"/>
              <p:cNvSpPr/>
              <p:nvPr/>
            </p:nvSpPr>
            <p:spPr bwMode="auto">
              <a:xfrm>
                <a:off x="85449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06" name="Google Shape;2417;p27"/>
              <p:cNvSpPr/>
              <p:nvPr/>
            </p:nvSpPr>
            <p:spPr bwMode="auto">
              <a:xfrm>
                <a:off x="86371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07" name="Google Shape;2418;p27"/>
              <p:cNvSpPr/>
              <p:nvPr/>
            </p:nvSpPr>
            <p:spPr bwMode="auto">
              <a:xfrm>
                <a:off x="87296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08" name="Google Shape;2419;p27"/>
              <p:cNvSpPr/>
              <p:nvPr/>
            </p:nvSpPr>
            <p:spPr bwMode="auto">
              <a:xfrm>
                <a:off x="88221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09" name="Google Shape;2420;p27"/>
              <p:cNvSpPr/>
              <p:nvPr/>
            </p:nvSpPr>
            <p:spPr bwMode="auto">
              <a:xfrm>
                <a:off x="891468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10" name="Google Shape;2421;p27"/>
              <p:cNvSpPr/>
              <p:nvPr/>
            </p:nvSpPr>
            <p:spPr bwMode="auto">
              <a:xfrm>
                <a:off x="90072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11" name="Google Shape;2422;p27"/>
              <p:cNvSpPr/>
              <p:nvPr/>
            </p:nvSpPr>
            <p:spPr bwMode="auto">
              <a:xfrm>
                <a:off x="90997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853" name="Google Shape;2423;p27"/>
            <p:cNvGrpSpPr/>
            <p:nvPr/>
          </p:nvGrpSpPr>
          <p:grpSpPr bwMode="auto">
            <a:xfrm>
              <a:off x="8490240" y="2926440"/>
              <a:ext cx="882720" cy="50760"/>
              <a:chOff x="8490240" y="2926440"/>
              <a:chExt cx="882720" cy="50760"/>
            </a:xfrm>
          </p:grpSpPr>
          <p:sp>
            <p:nvSpPr>
              <p:cNvPr id="1813" name="Google Shape;2424;p27"/>
              <p:cNvSpPr/>
              <p:nvPr/>
            </p:nvSpPr>
            <p:spPr bwMode="auto">
              <a:xfrm>
                <a:off x="84902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14" name="Google Shape;2425;p27"/>
              <p:cNvSpPr/>
              <p:nvPr/>
            </p:nvSpPr>
            <p:spPr bwMode="auto">
              <a:xfrm>
                <a:off x="85824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15" name="Google Shape;2426;p27"/>
              <p:cNvSpPr/>
              <p:nvPr/>
            </p:nvSpPr>
            <p:spPr bwMode="auto">
              <a:xfrm>
                <a:off x="86749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16" name="Google Shape;2427;p27"/>
              <p:cNvSpPr/>
              <p:nvPr/>
            </p:nvSpPr>
            <p:spPr bwMode="auto">
              <a:xfrm>
                <a:off x="87674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17" name="Google Shape;2428;p27"/>
              <p:cNvSpPr/>
              <p:nvPr/>
            </p:nvSpPr>
            <p:spPr bwMode="auto">
              <a:xfrm>
                <a:off x="885996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18" name="Google Shape;2429;p27"/>
              <p:cNvSpPr/>
              <p:nvPr/>
            </p:nvSpPr>
            <p:spPr bwMode="auto">
              <a:xfrm>
                <a:off x="89524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19" name="Google Shape;2430;p27"/>
              <p:cNvSpPr/>
              <p:nvPr/>
            </p:nvSpPr>
            <p:spPr bwMode="auto">
              <a:xfrm>
                <a:off x="90450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20" name="Google Shape;2431;p27"/>
              <p:cNvSpPr/>
              <p:nvPr/>
            </p:nvSpPr>
            <p:spPr bwMode="auto">
              <a:xfrm>
                <a:off x="91375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21" name="Google Shape;2432;p27"/>
              <p:cNvSpPr/>
              <p:nvPr/>
            </p:nvSpPr>
            <p:spPr bwMode="auto">
              <a:xfrm>
                <a:off x="92296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22" name="Google Shape;2433;p27"/>
              <p:cNvSpPr/>
              <p:nvPr/>
            </p:nvSpPr>
            <p:spPr bwMode="auto">
              <a:xfrm>
                <a:off x="93222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553953176" name="Google Shape;2434;p27"/>
          <p:cNvGrpSpPr/>
          <p:nvPr/>
        </p:nvGrpSpPr>
        <p:grpSpPr bwMode="auto">
          <a:xfrm>
            <a:off x="2360160" y="376200"/>
            <a:ext cx="1252440" cy="50760"/>
            <a:chOff x="2360160" y="376200"/>
            <a:chExt cx="1252440" cy="50760"/>
          </a:xfrm>
        </p:grpSpPr>
        <p:sp>
          <p:nvSpPr>
            <p:cNvPr id="1824" name="Google Shape;2435;p27"/>
            <p:cNvSpPr/>
            <p:nvPr/>
          </p:nvSpPr>
          <p:spPr bwMode="auto">
            <a:xfrm>
              <a:off x="2360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25" name="Google Shape;2436;p27"/>
            <p:cNvSpPr/>
            <p:nvPr/>
          </p:nvSpPr>
          <p:spPr bwMode="auto">
            <a:xfrm>
              <a:off x="2452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26" name="Google Shape;2437;p27"/>
            <p:cNvSpPr/>
            <p:nvPr/>
          </p:nvSpPr>
          <p:spPr bwMode="auto">
            <a:xfrm>
              <a:off x="2544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27" name="Google Shape;2438;p27"/>
            <p:cNvSpPr/>
            <p:nvPr/>
          </p:nvSpPr>
          <p:spPr bwMode="auto">
            <a:xfrm>
              <a:off x="26373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28" name="Google Shape;2439;p27"/>
            <p:cNvSpPr/>
            <p:nvPr/>
          </p:nvSpPr>
          <p:spPr bwMode="auto">
            <a:xfrm>
              <a:off x="272988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29" name="Google Shape;2440;p27"/>
            <p:cNvSpPr/>
            <p:nvPr/>
          </p:nvSpPr>
          <p:spPr bwMode="auto">
            <a:xfrm>
              <a:off x="28224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30" name="Google Shape;2441;p27"/>
            <p:cNvSpPr/>
            <p:nvPr/>
          </p:nvSpPr>
          <p:spPr bwMode="auto">
            <a:xfrm>
              <a:off x="29149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31" name="Google Shape;2442;p27"/>
            <p:cNvSpPr/>
            <p:nvPr/>
          </p:nvSpPr>
          <p:spPr bwMode="auto">
            <a:xfrm>
              <a:off x="30074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32" name="Google Shape;2443;p27"/>
            <p:cNvSpPr/>
            <p:nvPr/>
          </p:nvSpPr>
          <p:spPr bwMode="auto">
            <a:xfrm>
              <a:off x="30996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33" name="Google Shape;2444;p27"/>
            <p:cNvSpPr/>
            <p:nvPr/>
          </p:nvSpPr>
          <p:spPr bwMode="auto">
            <a:xfrm>
              <a:off x="31921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34" name="Google Shape;2445;p27"/>
            <p:cNvSpPr/>
            <p:nvPr/>
          </p:nvSpPr>
          <p:spPr bwMode="auto">
            <a:xfrm>
              <a:off x="32846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35" name="Google Shape;2446;p27"/>
            <p:cNvSpPr/>
            <p:nvPr/>
          </p:nvSpPr>
          <p:spPr bwMode="auto">
            <a:xfrm>
              <a:off x="3377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36" name="Google Shape;2447;p27"/>
            <p:cNvSpPr/>
            <p:nvPr/>
          </p:nvSpPr>
          <p:spPr bwMode="auto">
            <a:xfrm>
              <a:off x="3469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37" name="Google Shape;2448;p27"/>
            <p:cNvSpPr/>
            <p:nvPr/>
          </p:nvSpPr>
          <p:spPr bwMode="auto">
            <a:xfrm>
              <a:off x="3561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618162815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_13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99101422" name="Google Shape;2450;p28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857" name="Google Shape;2451;p28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58" name="Google Shape;2452;p28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59" name="Google Shape;2453;p28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60" name="Google Shape;2454;p28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61" name="Google Shape;2455;p28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62" name="Google Shape;2456;p28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63" name="Google Shape;2457;p28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64" name="Google Shape;2458;p28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65" name="Google Shape;2459;p28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66" name="Google Shape;2460;p28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67" name="Google Shape;2461;p28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68" name="Google Shape;2462;p28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69" name="Google Shape;2463;p28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70" name="Google Shape;2464;p28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71" name="Google Shape;2465;p28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72" name="Google Shape;2466;p28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73" name="Google Shape;2467;p28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74" name="Google Shape;2468;p28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75" name="Google Shape;2469;p28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76" name="Google Shape;2470;p28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77" name="Google Shape;2471;p28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78" name="Google Shape;2472;p28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79" name="Google Shape;2473;p28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80" name="Google Shape;2474;p28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81" name="Google Shape;2475;p28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82" name="Google Shape;2476;p28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83" name="Google Shape;2477;p28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84" name="Google Shape;2478;p28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85" name="Google Shape;2479;p28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86" name="Google Shape;2480;p28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87" name="Google Shape;2481;p28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88" name="Google Shape;2482;p28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89" name="Google Shape;2483;p28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90" name="Google Shape;2484;p28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91" name="Google Shape;2485;p28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92" name="Google Shape;2486;p28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93" name="Google Shape;2487;p28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94" name="Google Shape;2488;p28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258158800" name="Google Shape;2489;p28"/>
          <p:cNvGrpSpPr/>
          <p:nvPr/>
        </p:nvGrpSpPr>
        <p:grpSpPr bwMode="auto"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896" name="Google Shape;2490;p28"/>
            <p:cNvSpPr/>
            <p:nvPr/>
          </p:nvSpPr>
          <p:spPr bwMode="auto"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97" name="Google Shape;2491;p28"/>
            <p:cNvSpPr/>
            <p:nvPr/>
          </p:nvSpPr>
          <p:spPr bwMode="auto"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98" name="Google Shape;2492;p28"/>
            <p:cNvSpPr/>
            <p:nvPr/>
          </p:nvSpPr>
          <p:spPr bwMode="auto"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99" name="Google Shape;2493;p28"/>
            <p:cNvSpPr/>
            <p:nvPr/>
          </p:nvSpPr>
          <p:spPr bwMode="auto"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00" name="Google Shape;2494;p28"/>
            <p:cNvSpPr/>
            <p:nvPr/>
          </p:nvSpPr>
          <p:spPr bwMode="auto"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995152341" name="Google Shape;2495;p28"/>
          <p:cNvGrpSpPr/>
          <p:nvPr/>
        </p:nvGrpSpPr>
        <p:grpSpPr bwMode="auto">
          <a:xfrm>
            <a:off x="-839879" y="2843640"/>
            <a:ext cx="1822680" cy="196200"/>
            <a:chOff x="-839879" y="2843640"/>
            <a:chExt cx="1822680" cy="196200"/>
          </a:xfrm>
        </p:grpSpPr>
        <p:sp>
          <p:nvSpPr>
            <p:cNvPr id="1902" name="Google Shape;2496;p28"/>
            <p:cNvSpPr/>
            <p:nvPr/>
          </p:nvSpPr>
          <p:spPr bwMode="auto">
            <a:xfrm flipH="1">
              <a:off x="-839879" y="288972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03" name="Google Shape;2497;p28"/>
            <p:cNvSpPr/>
            <p:nvPr/>
          </p:nvSpPr>
          <p:spPr bwMode="auto">
            <a:xfrm flipH="1">
              <a:off x="891360" y="28436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04" name="Google Shape;2498;p28"/>
            <p:cNvSpPr/>
            <p:nvPr/>
          </p:nvSpPr>
          <p:spPr bwMode="auto">
            <a:xfrm flipH="1">
              <a:off x="914400" y="286812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346670291" name="Google Shape;2499;p28"/>
          <p:cNvSpPr/>
          <p:nvPr/>
        </p:nvSpPr>
        <p:spPr bwMode="auto">
          <a:xfrm rot="5400000">
            <a:off x="8206560" y="38592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917337476" name="Google Shape;2500;p28"/>
          <p:cNvSpPr/>
          <p:nvPr/>
        </p:nvSpPr>
        <p:spPr bwMode="auto">
          <a:xfrm>
            <a:off x="820620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219028586" name="Google Shape;2501;p28"/>
          <p:cNvGrpSpPr/>
          <p:nvPr/>
        </p:nvGrpSpPr>
        <p:grpSpPr bwMode="auto">
          <a:xfrm>
            <a:off x="8267400" y="3231000"/>
            <a:ext cx="1105560" cy="133560"/>
            <a:chOff x="8267400" y="3231000"/>
            <a:chExt cx="1105560" cy="133560"/>
          </a:xfrm>
        </p:grpSpPr>
        <p:grpSp>
          <p:nvGrpSpPr>
            <p:cNvPr id="1908" name="Google Shape;2502;p28"/>
            <p:cNvGrpSpPr/>
            <p:nvPr/>
          </p:nvGrpSpPr>
          <p:grpSpPr bwMode="auto">
            <a:xfrm>
              <a:off x="8267400" y="3313800"/>
              <a:ext cx="883080" cy="50760"/>
              <a:chOff x="8267400" y="3313800"/>
              <a:chExt cx="883080" cy="50760"/>
            </a:xfrm>
          </p:grpSpPr>
          <p:sp>
            <p:nvSpPr>
              <p:cNvPr id="1909" name="Google Shape;2503;p28"/>
              <p:cNvSpPr/>
              <p:nvPr/>
            </p:nvSpPr>
            <p:spPr bwMode="auto">
              <a:xfrm>
                <a:off x="82674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10" name="Google Shape;2504;p28"/>
              <p:cNvSpPr/>
              <p:nvPr/>
            </p:nvSpPr>
            <p:spPr bwMode="auto">
              <a:xfrm>
                <a:off x="83599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11" name="Google Shape;2505;p28"/>
              <p:cNvSpPr/>
              <p:nvPr/>
            </p:nvSpPr>
            <p:spPr bwMode="auto">
              <a:xfrm>
                <a:off x="84524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12" name="Google Shape;2506;p28"/>
              <p:cNvSpPr/>
              <p:nvPr/>
            </p:nvSpPr>
            <p:spPr bwMode="auto">
              <a:xfrm>
                <a:off x="85449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13" name="Google Shape;2507;p28"/>
              <p:cNvSpPr/>
              <p:nvPr/>
            </p:nvSpPr>
            <p:spPr bwMode="auto">
              <a:xfrm>
                <a:off x="86371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14" name="Google Shape;2508;p28"/>
              <p:cNvSpPr/>
              <p:nvPr/>
            </p:nvSpPr>
            <p:spPr bwMode="auto">
              <a:xfrm>
                <a:off x="87296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15" name="Google Shape;2509;p28"/>
              <p:cNvSpPr/>
              <p:nvPr/>
            </p:nvSpPr>
            <p:spPr bwMode="auto">
              <a:xfrm>
                <a:off x="88221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16" name="Google Shape;2510;p28"/>
              <p:cNvSpPr/>
              <p:nvPr/>
            </p:nvSpPr>
            <p:spPr bwMode="auto">
              <a:xfrm>
                <a:off x="891468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17" name="Google Shape;2511;p28"/>
              <p:cNvSpPr/>
              <p:nvPr/>
            </p:nvSpPr>
            <p:spPr bwMode="auto">
              <a:xfrm>
                <a:off x="90072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18" name="Google Shape;2512;p28"/>
              <p:cNvSpPr/>
              <p:nvPr/>
            </p:nvSpPr>
            <p:spPr bwMode="auto">
              <a:xfrm>
                <a:off x="90997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919" name="Google Shape;2513;p28"/>
            <p:cNvGrpSpPr/>
            <p:nvPr/>
          </p:nvGrpSpPr>
          <p:grpSpPr bwMode="auto">
            <a:xfrm>
              <a:off x="8490240" y="3231000"/>
              <a:ext cx="882720" cy="50760"/>
              <a:chOff x="8490240" y="3231000"/>
              <a:chExt cx="882720" cy="50760"/>
            </a:xfrm>
          </p:grpSpPr>
          <p:sp>
            <p:nvSpPr>
              <p:cNvPr id="1920" name="Google Shape;2514;p28"/>
              <p:cNvSpPr/>
              <p:nvPr/>
            </p:nvSpPr>
            <p:spPr bwMode="auto">
              <a:xfrm>
                <a:off x="84902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21" name="Google Shape;2515;p28"/>
              <p:cNvSpPr/>
              <p:nvPr/>
            </p:nvSpPr>
            <p:spPr bwMode="auto">
              <a:xfrm>
                <a:off x="85824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22" name="Google Shape;2516;p28"/>
              <p:cNvSpPr/>
              <p:nvPr/>
            </p:nvSpPr>
            <p:spPr bwMode="auto">
              <a:xfrm>
                <a:off x="86749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23" name="Google Shape;2517;p28"/>
              <p:cNvSpPr/>
              <p:nvPr/>
            </p:nvSpPr>
            <p:spPr bwMode="auto">
              <a:xfrm>
                <a:off x="87674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24" name="Google Shape;2518;p28"/>
              <p:cNvSpPr/>
              <p:nvPr/>
            </p:nvSpPr>
            <p:spPr bwMode="auto">
              <a:xfrm>
                <a:off x="885996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25" name="Google Shape;2519;p28"/>
              <p:cNvSpPr/>
              <p:nvPr/>
            </p:nvSpPr>
            <p:spPr bwMode="auto">
              <a:xfrm>
                <a:off x="89524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26" name="Google Shape;2520;p28"/>
              <p:cNvSpPr/>
              <p:nvPr/>
            </p:nvSpPr>
            <p:spPr bwMode="auto">
              <a:xfrm>
                <a:off x="90450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27" name="Google Shape;2521;p28"/>
              <p:cNvSpPr/>
              <p:nvPr/>
            </p:nvSpPr>
            <p:spPr bwMode="auto">
              <a:xfrm>
                <a:off x="91375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28" name="Google Shape;2522;p28"/>
              <p:cNvSpPr/>
              <p:nvPr/>
            </p:nvSpPr>
            <p:spPr bwMode="auto">
              <a:xfrm>
                <a:off x="92296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29" name="Google Shape;2523;p28"/>
              <p:cNvSpPr/>
              <p:nvPr/>
            </p:nvSpPr>
            <p:spPr bwMode="auto">
              <a:xfrm>
                <a:off x="93222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910795789" name="Google Shape;2524;p28"/>
          <p:cNvGrpSpPr/>
          <p:nvPr/>
        </p:nvGrpSpPr>
        <p:grpSpPr bwMode="auto">
          <a:xfrm>
            <a:off x="4834440" y="-108000"/>
            <a:ext cx="1520640" cy="301680"/>
            <a:chOff x="4834440" y="-108000"/>
            <a:chExt cx="1520640" cy="301680"/>
          </a:xfrm>
        </p:grpSpPr>
        <p:sp>
          <p:nvSpPr>
            <p:cNvPr id="1931" name="Google Shape;2525;p28"/>
            <p:cNvSpPr/>
            <p:nvPr/>
          </p:nvSpPr>
          <p:spPr bwMode="auto">
            <a:xfrm flipH="1">
              <a:off x="4925880" y="-61560"/>
              <a:ext cx="1335240" cy="209160"/>
            </a:xfrm>
            <a:custGeom>
              <a:avLst/>
              <a:gdLst>
                <a:gd name="textAreaLeft" fmla="*/ -360 w 1335240"/>
                <a:gd name="textAreaRight" fmla="*/ 133524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32" name="Google Shape;2526;p28"/>
            <p:cNvSpPr/>
            <p:nvPr/>
          </p:nvSpPr>
          <p:spPr bwMode="auto">
            <a:xfrm flipH="1">
              <a:off x="4834440" y="1022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33" name="Google Shape;2527;p28"/>
            <p:cNvSpPr/>
            <p:nvPr/>
          </p:nvSpPr>
          <p:spPr bwMode="auto">
            <a:xfrm flipH="1">
              <a:off x="4858560" y="12672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34" name="Google Shape;2528;p28"/>
            <p:cNvSpPr/>
            <p:nvPr/>
          </p:nvSpPr>
          <p:spPr bwMode="auto">
            <a:xfrm flipH="1">
              <a:off x="6263640" y="-108000"/>
              <a:ext cx="91440" cy="9252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35" name="Google Shape;2529;p28"/>
            <p:cNvSpPr/>
            <p:nvPr/>
          </p:nvSpPr>
          <p:spPr bwMode="auto">
            <a:xfrm flipH="1">
              <a:off x="6287760" y="-83160"/>
              <a:ext cx="42840" cy="4284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605358420" name="Google Shape;2530;p28"/>
          <p:cNvGrpSpPr/>
          <p:nvPr/>
        </p:nvGrpSpPr>
        <p:grpSpPr bwMode="auto">
          <a:xfrm>
            <a:off x="636120" y="-1455120"/>
            <a:ext cx="347040" cy="2297160"/>
            <a:chOff x="636120" y="-1455120"/>
            <a:chExt cx="347040" cy="2297160"/>
          </a:xfrm>
        </p:grpSpPr>
        <p:sp>
          <p:nvSpPr>
            <p:cNvPr id="1937" name="Google Shape;2531;p28"/>
            <p:cNvSpPr/>
            <p:nvPr/>
          </p:nvSpPr>
          <p:spPr bwMode="auto">
            <a:xfrm rot="5400000">
              <a:off x="-327240" y="-4917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38" name="Google Shape;2532;p28"/>
            <p:cNvSpPr/>
            <p:nvPr/>
          </p:nvSpPr>
          <p:spPr bwMode="auto">
            <a:xfrm rot="5400000">
              <a:off x="-47880" y="-18900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77877264" name="Google Shape;2533;p28"/>
          <p:cNvSpPr/>
          <p:nvPr/>
        </p:nvSpPr>
        <p:spPr bwMode="auto">
          <a:xfrm rot="16199998">
            <a:off x="348840" y="42080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2028632814" name="Google Shape;2534;p28"/>
          <p:cNvGrpSpPr/>
          <p:nvPr/>
        </p:nvGrpSpPr>
        <p:grpSpPr bwMode="auto">
          <a:xfrm>
            <a:off x="333720" y="4164840"/>
            <a:ext cx="301680" cy="1520280"/>
            <a:chOff x="333720" y="4164840"/>
            <a:chExt cx="301680" cy="1520280"/>
          </a:xfrm>
        </p:grpSpPr>
        <p:sp>
          <p:nvSpPr>
            <p:cNvPr id="1941" name="Google Shape;2535;p28"/>
            <p:cNvSpPr/>
            <p:nvPr/>
          </p:nvSpPr>
          <p:spPr bwMode="auto">
            <a:xfrm>
              <a:off x="380160" y="425664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 stroke="1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42" name="Google Shape;2536;p28"/>
            <p:cNvSpPr/>
            <p:nvPr/>
          </p:nvSpPr>
          <p:spPr bwMode="auto">
            <a:xfrm>
              <a:off x="543960" y="4164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43" name="Google Shape;2537;p28"/>
            <p:cNvSpPr/>
            <p:nvPr/>
          </p:nvSpPr>
          <p:spPr bwMode="auto">
            <a:xfrm>
              <a:off x="567720" y="4188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44" name="Google Shape;2538;p28"/>
            <p:cNvSpPr/>
            <p:nvPr/>
          </p:nvSpPr>
          <p:spPr bwMode="auto">
            <a:xfrm>
              <a:off x="333720" y="55936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45" name="Google Shape;2539;p28"/>
            <p:cNvSpPr/>
            <p:nvPr/>
          </p:nvSpPr>
          <p:spPr bwMode="auto">
            <a:xfrm>
              <a:off x="358560" y="56185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526817545" name="Google Shape;2540;p28"/>
          <p:cNvGrpSpPr/>
          <p:nvPr/>
        </p:nvGrpSpPr>
        <p:grpSpPr bwMode="auto">
          <a:xfrm>
            <a:off x="8490240" y="2144520"/>
            <a:ext cx="882720" cy="241560"/>
            <a:chOff x="8490240" y="2144520"/>
            <a:chExt cx="882720" cy="241560"/>
          </a:xfrm>
        </p:grpSpPr>
        <p:sp>
          <p:nvSpPr>
            <p:cNvPr id="1947" name="Google Shape;2541;p28"/>
            <p:cNvSpPr/>
            <p:nvPr/>
          </p:nvSpPr>
          <p:spPr bwMode="auto">
            <a:xfrm>
              <a:off x="8490240" y="214452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48" name="Google Shape;2542;p28"/>
            <p:cNvSpPr/>
            <p:nvPr/>
          </p:nvSpPr>
          <p:spPr bwMode="auto">
            <a:xfrm>
              <a:off x="8637480" y="21445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49" name="Google Shape;2543;p28"/>
            <p:cNvSpPr/>
            <p:nvPr/>
          </p:nvSpPr>
          <p:spPr bwMode="auto">
            <a:xfrm>
              <a:off x="8783640" y="21445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50" name="Google Shape;2544;p28"/>
            <p:cNvSpPr/>
            <p:nvPr/>
          </p:nvSpPr>
          <p:spPr bwMode="auto">
            <a:xfrm>
              <a:off x="8929800" y="21445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51" name="Google Shape;2545;p28"/>
            <p:cNvSpPr/>
            <p:nvPr/>
          </p:nvSpPr>
          <p:spPr bwMode="auto">
            <a:xfrm>
              <a:off x="9076320" y="21445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52" name="Google Shape;2546;p28"/>
            <p:cNvSpPr/>
            <p:nvPr/>
          </p:nvSpPr>
          <p:spPr bwMode="auto">
            <a:xfrm>
              <a:off x="9222480" y="21445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_12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24850527" name="Google Shape;2548;p29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954" name="Google Shape;2549;p29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55" name="Google Shape;2550;p29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56" name="Google Shape;2551;p29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57" name="Google Shape;2552;p29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58" name="Google Shape;2553;p29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59" name="Google Shape;2554;p29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60" name="Google Shape;2555;p29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61" name="Google Shape;2556;p29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62" name="Google Shape;2557;p29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63" name="Google Shape;2558;p29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64" name="Google Shape;2559;p29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65" name="Google Shape;2560;p29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66" name="Google Shape;2561;p29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67" name="Google Shape;2562;p29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68" name="Google Shape;2563;p29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69" name="Google Shape;2564;p29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70" name="Google Shape;2565;p29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71" name="Google Shape;2566;p29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72" name="Google Shape;2567;p29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73" name="Google Shape;2568;p29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74" name="Google Shape;2569;p29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75" name="Google Shape;2570;p29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76" name="Google Shape;2571;p29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77" name="Google Shape;2572;p29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78" name="Google Shape;2573;p29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79" name="Google Shape;2574;p29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80" name="Google Shape;2575;p29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81" name="Google Shape;2576;p29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82" name="Google Shape;2577;p29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83" name="Google Shape;2578;p29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84" name="Google Shape;2579;p29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85" name="Google Shape;2580;p29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86" name="Google Shape;2581;p29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87" name="Google Shape;2582;p29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88" name="Google Shape;2583;p29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89" name="Google Shape;2584;p29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90" name="Google Shape;2585;p29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91" name="Google Shape;2586;p29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904834070" name="Google Shape;2587;p29"/>
          <p:cNvGrpSpPr/>
          <p:nvPr/>
        </p:nvGrpSpPr>
        <p:grpSpPr bwMode="auto">
          <a:xfrm>
            <a:off x="-141480" y="1009800"/>
            <a:ext cx="552600" cy="98640"/>
            <a:chOff x="-141480" y="1009800"/>
            <a:chExt cx="552600" cy="98640"/>
          </a:xfrm>
        </p:grpSpPr>
        <p:sp>
          <p:nvSpPr>
            <p:cNvPr id="1993" name="Google Shape;2588;p29"/>
            <p:cNvSpPr/>
            <p:nvPr/>
          </p:nvSpPr>
          <p:spPr bwMode="auto">
            <a:xfrm rot="5400000">
              <a:off x="312480" y="10098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94" name="Google Shape;2589;p29"/>
            <p:cNvSpPr/>
            <p:nvPr/>
          </p:nvSpPr>
          <p:spPr bwMode="auto">
            <a:xfrm rot="5400000">
              <a:off x="339120" y="10368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95" name="Google Shape;2590;p29"/>
            <p:cNvSpPr/>
            <p:nvPr/>
          </p:nvSpPr>
          <p:spPr bwMode="auto">
            <a:xfrm rot="5400000">
              <a:off x="-141480" y="10130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96" name="Google Shape;2591;p29"/>
            <p:cNvSpPr/>
            <p:nvPr/>
          </p:nvSpPr>
          <p:spPr bwMode="auto">
            <a:xfrm rot="5400000">
              <a:off x="-117720" y="10368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97" name="Google Shape;2592;p29"/>
            <p:cNvSpPr/>
            <p:nvPr/>
          </p:nvSpPr>
          <p:spPr bwMode="auto">
            <a:xfrm rot="5400000">
              <a:off x="134640" y="8740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998947059" name="Google Shape;2593;p29"/>
          <p:cNvGrpSpPr/>
          <p:nvPr/>
        </p:nvGrpSpPr>
        <p:grpSpPr bwMode="auto">
          <a:xfrm>
            <a:off x="-1414440" y="1991880"/>
            <a:ext cx="2297520" cy="347040"/>
            <a:chOff x="-1414440" y="1991880"/>
            <a:chExt cx="2297520" cy="347040"/>
          </a:xfrm>
        </p:grpSpPr>
        <p:sp>
          <p:nvSpPr>
            <p:cNvPr id="1999" name="Google Shape;2594;p29"/>
            <p:cNvSpPr/>
            <p:nvPr/>
          </p:nvSpPr>
          <p:spPr bwMode="auto">
            <a:xfrm>
              <a:off x="-1414440" y="227124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00" name="Google Shape;2595;p29"/>
            <p:cNvSpPr/>
            <p:nvPr/>
          </p:nvSpPr>
          <p:spPr bwMode="auto">
            <a:xfrm>
              <a:off x="-1111320" y="199188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415295027" name="Google Shape;2596;p29"/>
          <p:cNvGrpSpPr/>
          <p:nvPr/>
        </p:nvGrpSpPr>
        <p:grpSpPr bwMode="auto">
          <a:xfrm>
            <a:off x="-799200" y="3300840"/>
            <a:ext cx="1822320" cy="196560"/>
            <a:chOff x="-799200" y="3300840"/>
            <a:chExt cx="1822320" cy="196560"/>
          </a:xfrm>
        </p:grpSpPr>
        <p:sp>
          <p:nvSpPr>
            <p:cNvPr id="2002" name="Google Shape;2597;p29"/>
            <p:cNvSpPr/>
            <p:nvPr/>
          </p:nvSpPr>
          <p:spPr bwMode="auto">
            <a:xfrm flipH="1">
              <a:off x="-799200" y="334728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03" name="Google Shape;2598;p29"/>
            <p:cNvSpPr/>
            <p:nvPr/>
          </p:nvSpPr>
          <p:spPr bwMode="auto">
            <a:xfrm flipH="1">
              <a:off x="931680" y="33008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04" name="Google Shape;2599;p29"/>
            <p:cNvSpPr/>
            <p:nvPr/>
          </p:nvSpPr>
          <p:spPr bwMode="auto">
            <a:xfrm flipH="1">
              <a:off x="955080" y="332568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543215769" name="Google Shape;2600;p29"/>
          <p:cNvSpPr/>
          <p:nvPr/>
        </p:nvSpPr>
        <p:spPr bwMode="auto">
          <a:xfrm rot="5400000">
            <a:off x="8205120" y="-34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01241720" name="Google Shape;2601;p29"/>
          <p:cNvSpPr/>
          <p:nvPr/>
        </p:nvSpPr>
        <p:spPr bwMode="auto">
          <a:xfrm rot="10800000">
            <a:off x="7737120" y="43930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026800366" name="Google Shape;2602;p29"/>
          <p:cNvGrpSpPr/>
          <p:nvPr/>
        </p:nvGrpSpPr>
        <p:grpSpPr bwMode="auto">
          <a:xfrm>
            <a:off x="8609760" y="2354400"/>
            <a:ext cx="241560" cy="882720"/>
            <a:chOff x="8609760" y="2354400"/>
            <a:chExt cx="241560" cy="882720"/>
          </a:xfrm>
        </p:grpSpPr>
        <p:sp>
          <p:nvSpPr>
            <p:cNvPr id="2008" name="Google Shape;2603;p29"/>
            <p:cNvSpPr/>
            <p:nvPr/>
          </p:nvSpPr>
          <p:spPr bwMode="auto">
            <a:xfrm rot="5400000">
              <a:off x="8654400" y="230940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09" name="Google Shape;2604;p29"/>
            <p:cNvSpPr/>
            <p:nvPr/>
          </p:nvSpPr>
          <p:spPr bwMode="auto">
            <a:xfrm rot="5400000">
              <a:off x="8655120" y="24559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10" name="Google Shape;2605;p29"/>
            <p:cNvSpPr/>
            <p:nvPr/>
          </p:nvSpPr>
          <p:spPr bwMode="auto">
            <a:xfrm rot="5400000">
              <a:off x="8655120" y="2602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11" name="Google Shape;2606;p29"/>
            <p:cNvSpPr/>
            <p:nvPr/>
          </p:nvSpPr>
          <p:spPr bwMode="auto">
            <a:xfrm rot="5400000">
              <a:off x="8655120" y="2748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12" name="Google Shape;2607;p29"/>
            <p:cNvSpPr/>
            <p:nvPr/>
          </p:nvSpPr>
          <p:spPr bwMode="auto">
            <a:xfrm rot="5400000">
              <a:off x="8655120" y="28947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13" name="Google Shape;2608;p29"/>
            <p:cNvSpPr/>
            <p:nvPr/>
          </p:nvSpPr>
          <p:spPr bwMode="auto">
            <a:xfrm rot="5400000">
              <a:off x="8655120" y="30409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608249845" name="Google Shape;2609;p29"/>
          <p:cNvGrpSpPr/>
          <p:nvPr/>
        </p:nvGrpSpPr>
        <p:grpSpPr bwMode="auto">
          <a:xfrm>
            <a:off x="8533080" y="-288360"/>
            <a:ext cx="301680" cy="1520280"/>
            <a:chOff x="8533080" y="-288360"/>
            <a:chExt cx="301680" cy="1520280"/>
          </a:xfrm>
        </p:grpSpPr>
        <p:sp>
          <p:nvSpPr>
            <p:cNvPr id="2015" name="Google Shape;2610;p29"/>
            <p:cNvSpPr/>
            <p:nvPr/>
          </p:nvSpPr>
          <p:spPr bwMode="auto">
            <a:xfrm>
              <a:off x="8579520" y="-19656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 stroke="1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16" name="Google Shape;2611;p29"/>
            <p:cNvSpPr/>
            <p:nvPr/>
          </p:nvSpPr>
          <p:spPr bwMode="auto">
            <a:xfrm>
              <a:off x="8743320" y="-2883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17" name="Google Shape;2612;p29"/>
            <p:cNvSpPr/>
            <p:nvPr/>
          </p:nvSpPr>
          <p:spPr bwMode="auto">
            <a:xfrm>
              <a:off x="8767080" y="-264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18" name="Google Shape;2613;p29"/>
            <p:cNvSpPr/>
            <p:nvPr/>
          </p:nvSpPr>
          <p:spPr bwMode="auto">
            <a:xfrm>
              <a:off x="8533080" y="1140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19" name="Google Shape;2614;p29"/>
            <p:cNvSpPr/>
            <p:nvPr/>
          </p:nvSpPr>
          <p:spPr bwMode="auto">
            <a:xfrm>
              <a:off x="8557920" y="11653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302128275" name="Google Shape;2615;p29"/>
          <p:cNvGrpSpPr/>
          <p:nvPr/>
        </p:nvGrpSpPr>
        <p:grpSpPr bwMode="auto">
          <a:xfrm>
            <a:off x="1176840" y="-108000"/>
            <a:ext cx="1520640" cy="301680"/>
            <a:chOff x="1176840" y="-108000"/>
            <a:chExt cx="1520640" cy="301680"/>
          </a:xfrm>
        </p:grpSpPr>
        <p:sp>
          <p:nvSpPr>
            <p:cNvPr id="2021" name="Google Shape;2616;p29"/>
            <p:cNvSpPr/>
            <p:nvPr/>
          </p:nvSpPr>
          <p:spPr bwMode="auto">
            <a:xfrm>
              <a:off x="127044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22" name="Google Shape;2617;p29"/>
            <p:cNvSpPr/>
            <p:nvPr/>
          </p:nvSpPr>
          <p:spPr bwMode="auto">
            <a:xfrm>
              <a:off x="260604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23" name="Google Shape;2618;p29"/>
            <p:cNvSpPr/>
            <p:nvPr/>
          </p:nvSpPr>
          <p:spPr bwMode="auto">
            <a:xfrm>
              <a:off x="262980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24" name="Google Shape;2619;p29"/>
            <p:cNvSpPr/>
            <p:nvPr/>
          </p:nvSpPr>
          <p:spPr bwMode="auto">
            <a:xfrm>
              <a:off x="117684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25" name="Google Shape;2620;p29"/>
            <p:cNvSpPr/>
            <p:nvPr/>
          </p:nvSpPr>
          <p:spPr bwMode="auto">
            <a:xfrm>
              <a:off x="120096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555527865" name="Google Shape;2621;p29"/>
          <p:cNvGrpSpPr/>
          <p:nvPr/>
        </p:nvGrpSpPr>
        <p:grpSpPr bwMode="auto">
          <a:xfrm>
            <a:off x="6421320" y="-1455120"/>
            <a:ext cx="347040" cy="2297160"/>
            <a:chOff x="6421320" y="-1455120"/>
            <a:chExt cx="347040" cy="2297160"/>
          </a:xfrm>
        </p:grpSpPr>
        <p:sp>
          <p:nvSpPr>
            <p:cNvPr id="2027" name="Google Shape;2622;p29"/>
            <p:cNvSpPr/>
            <p:nvPr/>
          </p:nvSpPr>
          <p:spPr bwMode="auto">
            <a:xfrm rot="5400000">
              <a:off x="5457960" y="-4917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28" name="Google Shape;2623;p29"/>
            <p:cNvSpPr/>
            <p:nvPr/>
          </p:nvSpPr>
          <p:spPr bwMode="auto">
            <a:xfrm rot="5400000">
              <a:off x="5737320" y="-18900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77242490" name="Google Shape;2624;p29"/>
          <p:cNvGrpSpPr/>
          <p:nvPr/>
        </p:nvGrpSpPr>
        <p:grpSpPr bwMode="auto">
          <a:xfrm>
            <a:off x="-222840" y="4311000"/>
            <a:ext cx="1506960" cy="586440"/>
            <a:chOff x="-222840" y="4311000"/>
            <a:chExt cx="1506960" cy="586440"/>
          </a:xfrm>
        </p:grpSpPr>
        <p:sp>
          <p:nvSpPr>
            <p:cNvPr id="2030" name="Google Shape;2625;p29"/>
            <p:cNvSpPr/>
            <p:nvPr/>
          </p:nvSpPr>
          <p:spPr bwMode="auto">
            <a:xfrm rot="16199998">
              <a:off x="348840" y="396216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2031" name="Google Shape;2626;p29"/>
            <p:cNvGrpSpPr/>
            <p:nvPr/>
          </p:nvGrpSpPr>
          <p:grpSpPr bwMode="auto">
            <a:xfrm>
              <a:off x="-222840" y="4537080"/>
              <a:ext cx="1105920" cy="133560"/>
              <a:chOff x="-222840" y="4537080"/>
              <a:chExt cx="1105920" cy="133560"/>
            </a:xfrm>
          </p:grpSpPr>
          <p:grpSp>
            <p:nvGrpSpPr>
              <p:cNvPr id="2032" name="Google Shape;2627;p29"/>
              <p:cNvGrpSpPr/>
              <p:nvPr/>
            </p:nvGrpSpPr>
            <p:grpSpPr bwMode="auto">
              <a:xfrm>
                <a:off x="-222840" y="4619880"/>
                <a:ext cx="883080" cy="50760"/>
                <a:chOff x="-222840" y="4619880"/>
                <a:chExt cx="883080" cy="50760"/>
              </a:xfrm>
            </p:grpSpPr>
            <p:sp>
              <p:nvSpPr>
                <p:cNvPr id="2033" name="Google Shape;2628;p29"/>
                <p:cNvSpPr/>
                <p:nvPr/>
              </p:nvSpPr>
              <p:spPr bwMode="auto">
                <a:xfrm>
                  <a:off x="-22284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034" name="Google Shape;2629;p29"/>
                <p:cNvSpPr/>
                <p:nvPr/>
              </p:nvSpPr>
              <p:spPr bwMode="auto">
                <a:xfrm>
                  <a:off x="-13032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035" name="Google Shape;2630;p29"/>
                <p:cNvSpPr/>
                <p:nvPr/>
              </p:nvSpPr>
              <p:spPr bwMode="auto">
                <a:xfrm>
                  <a:off x="-3780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036" name="Google Shape;2631;p29"/>
                <p:cNvSpPr/>
                <p:nvPr/>
              </p:nvSpPr>
              <p:spPr bwMode="auto">
                <a:xfrm>
                  <a:off x="5472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037" name="Google Shape;2632;p29"/>
                <p:cNvSpPr/>
                <p:nvPr/>
              </p:nvSpPr>
              <p:spPr bwMode="auto">
                <a:xfrm>
                  <a:off x="14724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038" name="Google Shape;2633;p29"/>
                <p:cNvSpPr/>
                <p:nvPr/>
              </p:nvSpPr>
              <p:spPr bwMode="auto">
                <a:xfrm>
                  <a:off x="23976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039" name="Google Shape;2634;p29"/>
                <p:cNvSpPr/>
                <p:nvPr/>
              </p:nvSpPr>
              <p:spPr bwMode="auto">
                <a:xfrm>
                  <a:off x="33192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040" name="Google Shape;2635;p29"/>
                <p:cNvSpPr/>
                <p:nvPr/>
              </p:nvSpPr>
              <p:spPr bwMode="auto">
                <a:xfrm>
                  <a:off x="424439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041" name="Google Shape;2636;p29"/>
                <p:cNvSpPr/>
                <p:nvPr/>
              </p:nvSpPr>
              <p:spPr bwMode="auto">
                <a:xfrm>
                  <a:off x="51696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042" name="Google Shape;2637;p29"/>
                <p:cNvSpPr/>
                <p:nvPr/>
              </p:nvSpPr>
              <p:spPr bwMode="auto">
                <a:xfrm>
                  <a:off x="60948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2043" name="Google Shape;2638;p29"/>
              <p:cNvGrpSpPr/>
              <p:nvPr/>
            </p:nvGrpSpPr>
            <p:grpSpPr bwMode="auto">
              <a:xfrm>
                <a:off x="0" y="4537080"/>
                <a:ext cx="883080" cy="50760"/>
                <a:chOff x="0" y="4537080"/>
                <a:chExt cx="883080" cy="50760"/>
              </a:xfrm>
            </p:grpSpPr>
            <p:sp>
              <p:nvSpPr>
                <p:cNvPr id="2044" name="Google Shape;2639;p29"/>
                <p:cNvSpPr/>
                <p:nvPr/>
              </p:nvSpPr>
              <p:spPr bwMode="auto">
                <a:xfrm>
                  <a:off x="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045" name="Google Shape;2640;p29"/>
                <p:cNvSpPr/>
                <p:nvPr/>
              </p:nvSpPr>
              <p:spPr bwMode="auto">
                <a:xfrm>
                  <a:off x="9252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046" name="Google Shape;2641;p29"/>
                <p:cNvSpPr/>
                <p:nvPr/>
              </p:nvSpPr>
              <p:spPr bwMode="auto">
                <a:xfrm>
                  <a:off x="18504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047" name="Google Shape;2642;p29"/>
                <p:cNvSpPr/>
                <p:nvPr/>
              </p:nvSpPr>
              <p:spPr bwMode="auto">
                <a:xfrm>
                  <a:off x="27720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048" name="Google Shape;2643;p29"/>
                <p:cNvSpPr/>
                <p:nvPr/>
              </p:nvSpPr>
              <p:spPr bwMode="auto">
                <a:xfrm>
                  <a:off x="36972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049" name="Google Shape;2644;p29"/>
                <p:cNvSpPr/>
                <p:nvPr/>
              </p:nvSpPr>
              <p:spPr bwMode="auto">
                <a:xfrm>
                  <a:off x="46224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050" name="Google Shape;2645;p29"/>
                <p:cNvSpPr/>
                <p:nvPr/>
              </p:nvSpPr>
              <p:spPr bwMode="auto">
                <a:xfrm>
                  <a:off x="55476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051" name="Google Shape;2646;p29"/>
                <p:cNvSpPr/>
                <p:nvPr/>
              </p:nvSpPr>
              <p:spPr bwMode="auto">
                <a:xfrm>
                  <a:off x="64728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052" name="Google Shape;2647;p29"/>
                <p:cNvSpPr/>
                <p:nvPr/>
              </p:nvSpPr>
              <p:spPr bwMode="auto">
                <a:xfrm>
                  <a:off x="73980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053" name="Google Shape;2648;p29"/>
                <p:cNvSpPr/>
                <p:nvPr/>
              </p:nvSpPr>
              <p:spPr bwMode="auto">
                <a:xfrm>
                  <a:off x="83232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  <a:defRPr/>
                  </a:pPr>
                  <a:endParaRPr lang="en-US" sz="1800" b="0" u="none" strike="noStrike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_12_1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80071818" name="Google Shape;2650;p30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055" name="Google Shape;2651;p30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56" name="Google Shape;2652;p30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57" name="Google Shape;2653;p30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58" name="Google Shape;2654;p30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59" name="Google Shape;2655;p30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60" name="Google Shape;2656;p30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61" name="Google Shape;2657;p30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62" name="Google Shape;2658;p30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63" name="Google Shape;2659;p30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64" name="Google Shape;2660;p30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65" name="Google Shape;2661;p30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66" name="Google Shape;2662;p30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67" name="Google Shape;2663;p30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68" name="Google Shape;2664;p30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69" name="Google Shape;2665;p30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70" name="Google Shape;2666;p30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71" name="Google Shape;2667;p30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72" name="Google Shape;2668;p30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73" name="Google Shape;2669;p30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74" name="Google Shape;2670;p30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75" name="Google Shape;2671;p30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76" name="Google Shape;2672;p30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77" name="Google Shape;2673;p30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78" name="Google Shape;2674;p30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79" name="Google Shape;2675;p30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80" name="Google Shape;2676;p30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81" name="Google Shape;2677;p30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82" name="Google Shape;2678;p30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83" name="Google Shape;2679;p30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84" name="Google Shape;2680;p30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85" name="Google Shape;2681;p30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86" name="Google Shape;2682;p30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87" name="Google Shape;2683;p30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88" name="Google Shape;2684;p30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89" name="Google Shape;2685;p30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90" name="Google Shape;2686;p30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91" name="Google Shape;2687;p30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92" name="Google Shape;2688;p30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_AND_BODY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27536078" name="Google Shape;230;p4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094" name="Google Shape;231;p4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95" name="Google Shape;232;p4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96" name="Google Shape;233;p4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97" name="Google Shape;234;p4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98" name="Google Shape;235;p4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99" name="Google Shape;236;p4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00" name="Google Shape;237;p4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01" name="Google Shape;238;p4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02" name="Google Shape;239;p4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03" name="Google Shape;240;p4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04" name="Google Shape;241;p4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05" name="Google Shape;242;p4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06" name="Google Shape;243;p4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07" name="Google Shape;244;p4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08" name="Google Shape;245;p4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09" name="Google Shape;246;p4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10" name="Google Shape;247;p4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11" name="Google Shape;248;p4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12" name="Google Shape;249;p4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13" name="Google Shape;250;p4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14" name="Google Shape;251;p4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15" name="Google Shape;252;p4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16" name="Google Shape;253;p4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17" name="Google Shape;254;p4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18" name="Google Shape;255;p4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19" name="Google Shape;256;p4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20" name="Google Shape;257;p4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21" name="Google Shape;258;p4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22" name="Google Shape;259;p4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23" name="Google Shape;260;p4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24" name="Google Shape;261;p4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25" name="Google Shape;262;p4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26" name="Google Shape;263;p4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27" name="Google Shape;264;p4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28" name="Google Shape;265;p4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29" name="Google Shape;266;p4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30" name="Google Shape;267;p4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31" name="Google Shape;268;p4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465676991" name="PlaceHolder 1"/>
          <p:cNvSpPr>
            <a:spLocks noGrp="1"/>
          </p:cNvSpPr>
          <p:nvPr>
            <p:ph type="title"/>
          </p:nvPr>
        </p:nvSpPr>
        <p:spPr bwMode="auto"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32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34176203" name="PlaceHolder 2"/>
          <p:cNvSpPr>
            <a:spLocks noGrp="1"/>
          </p:cNvSpPr>
          <p:nvPr>
            <p:ph type="body"/>
          </p:nvPr>
        </p:nvSpPr>
        <p:spPr bwMode="auto">
          <a:xfrm>
            <a:off x="713160" y="1187640"/>
            <a:ext cx="77173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12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fr-FR" sz="1200" b="0" u="none" strike="noStrike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fr-FR" sz="12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lang="fr-FR" sz="1200" b="0" u="none" strike="noStrike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12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lang="fr-FR" sz="1200" b="0" u="none" strike="noStrike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fr-FR" sz="12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lang="fr-FR" sz="1200" b="0" u="none" strike="noStrike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12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lang="fr-FR" sz="1200" b="0" u="none" strike="noStrike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12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lang="fr-FR" sz="1200" b="0" u="none" strike="noStrike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12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lang="fr-FR" sz="12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1053485" name="Google Shape;271;p4"/>
          <p:cNvGrpSpPr/>
          <p:nvPr/>
        </p:nvGrpSpPr>
        <p:grpSpPr bwMode="auto">
          <a:xfrm>
            <a:off x="8609040" y="-619560"/>
            <a:ext cx="296280" cy="1823040"/>
            <a:chOff x="8609040" y="-619560"/>
            <a:chExt cx="296280" cy="1823040"/>
          </a:xfrm>
        </p:grpSpPr>
        <p:sp>
          <p:nvSpPr>
            <p:cNvPr id="2135" name="Google Shape;272;p4"/>
            <p:cNvSpPr/>
            <p:nvPr/>
          </p:nvSpPr>
          <p:spPr bwMode="auto">
            <a:xfrm rot="16199998" flipV="1">
              <a:off x="7822080" y="16740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36" name="Google Shape;273;p4"/>
            <p:cNvSpPr/>
            <p:nvPr/>
          </p:nvSpPr>
          <p:spPr bwMode="auto">
            <a:xfrm rot="16199998" flipV="1">
              <a:off x="8813880" y="515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37" name="Google Shape;274;p4"/>
            <p:cNvSpPr/>
            <p:nvPr/>
          </p:nvSpPr>
          <p:spPr bwMode="auto">
            <a:xfrm rot="16199998" flipV="1">
              <a:off x="8838000" y="5392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 fill="norm" stroke="1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138" name="Google Shape;275;p4"/>
            <p:cNvSpPr/>
            <p:nvPr/>
          </p:nvSpPr>
          <p:spPr bwMode="auto">
            <a:xfrm rot="16199998" flipV="1">
              <a:off x="8714160" y="11120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39" name="Google Shape;276;p4"/>
            <p:cNvSpPr/>
            <p:nvPr/>
          </p:nvSpPr>
          <p:spPr bwMode="auto">
            <a:xfrm rot="16199998" flipV="1">
              <a:off x="8738280" y="11354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140" name="Google Shape;277;p4"/>
            <p:cNvSpPr/>
            <p:nvPr/>
          </p:nvSpPr>
          <p:spPr bwMode="auto">
            <a:xfrm rot="16199998" flipV="1">
              <a:off x="8204039" y="-1400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-360 h 174960"/>
                <a:gd name="textAreaBottom" fmla="*/ 174960 h 174960"/>
              </a:gdLst>
              <a:ahLst/>
              <a:cxnLst/>
              <a:rect l="textAreaLeft" t="textAreaTop" r="textAreaRight" b="textAreaBottom"/>
              <a:pathLst>
                <a:path w="36417" h="5628" fill="none" stroke="1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847921890" name="Google Shape;278;p4"/>
          <p:cNvSpPr/>
          <p:nvPr/>
        </p:nvSpPr>
        <p:spPr bwMode="auto">
          <a:xfrm rot="5400000">
            <a:off x="8206560" y="42076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346009475" name="Google Shape;279;p4"/>
          <p:cNvGrpSpPr/>
          <p:nvPr/>
        </p:nvGrpSpPr>
        <p:grpSpPr bwMode="auto">
          <a:xfrm>
            <a:off x="8086320" y="4723920"/>
            <a:ext cx="1822680" cy="196560"/>
            <a:chOff x="8086320" y="4723920"/>
            <a:chExt cx="1822680" cy="196560"/>
          </a:xfrm>
        </p:grpSpPr>
        <p:sp>
          <p:nvSpPr>
            <p:cNvPr id="2143" name="Google Shape;280;p4"/>
            <p:cNvSpPr/>
            <p:nvPr/>
          </p:nvSpPr>
          <p:spPr bwMode="auto">
            <a:xfrm rot="10800000" flipH="1">
              <a:off x="8185320" y="472392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44" name="Google Shape;281;p4"/>
            <p:cNvSpPr/>
            <p:nvPr/>
          </p:nvSpPr>
          <p:spPr bwMode="auto">
            <a:xfrm rot="10800000" flipH="1">
              <a:off x="8086320" y="4829039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45" name="Google Shape;282;p4"/>
            <p:cNvSpPr/>
            <p:nvPr/>
          </p:nvSpPr>
          <p:spPr bwMode="auto">
            <a:xfrm rot="10800000" flipH="1">
              <a:off x="8110440" y="485388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37438197" name="Google Shape;283;p4"/>
          <p:cNvGrpSpPr/>
          <p:nvPr/>
        </p:nvGrpSpPr>
        <p:grpSpPr bwMode="auto">
          <a:xfrm>
            <a:off x="-243000" y="160560"/>
            <a:ext cx="1105560" cy="133560"/>
            <a:chOff x="-243000" y="160560"/>
            <a:chExt cx="1105560" cy="133560"/>
          </a:xfrm>
        </p:grpSpPr>
        <p:grpSp>
          <p:nvGrpSpPr>
            <p:cNvPr id="2147" name="Google Shape;284;p4"/>
            <p:cNvGrpSpPr/>
            <p:nvPr/>
          </p:nvGrpSpPr>
          <p:grpSpPr bwMode="auto">
            <a:xfrm>
              <a:off x="-243000" y="243360"/>
              <a:ext cx="883080" cy="50760"/>
              <a:chOff x="-243000" y="243360"/>
              <a:chExt cx="883080" cy="50760"/>
            </a:xfrm>
          </p:grpSpPr>
          <p:sp>
            <p:nvSpPr>
              <p:cNvPr id="2148" name="Google Shape;285;p4"/>
              <p:cNvSpPr/>
              <p:nvPr/>
            </p:nvSpPr>
            <p:spPr bwMode="auto">
              <a:xfrm>
                <a:off x="-2430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49" name="Google Shape;286;p4"/>
              <p:cNvSpPr/>
              <p:nvPr/>
            </p:nvSpPr>
            <p:spPr bwMode="auto">
              <a:xfrm>
                <a:off x="-1504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50" name="Google Shape;287;p4"/>
              <p:cNvSpPr/>
              <p:nvPr/>
            </p:nvSpPr>
            <p:spPr bwMode="auto">
              <a:xfrm>
                <a:off x="-579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51" name="Google Shape;288;p4"/>
              <p:cNvSpPr/>
              <p:nvPr/>
            </p:nvSpPr>
            <p:spPr bwMode="auto">
              <a:xfrm>
                <a:off x="342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52" name="Google Shape;289;p4"/>
              <p:cNvSpPr/>
              <p:nvPr/>
            </p:nvSpPr>
            <p:spPr bwMode="auto">
              <a:xfrm>
                <a:off x="1267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53" name="Google Shape;290;p4"/>
              <p:cNvSpPr/>
              <p:nvPr/>
            </p:nvSpPr>
            <p:spPr bwMode="auto">
              <a:xfrm>
                <a:off x="21924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54" name="Google Shape;291;p4"/>
              <p:cNvSpPr/>
              <p:nvPr/>
            </p:nvSpPr>
            <p:spPr bwMode="auto">
              <a:xfrm>
                <a:off x="3117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55" name="Google Shape;292;p4"/>
              <p:cNvSpPr/>
              <p:nvPr/>
            </p:nvSpPr>
            <p:spPr bwMode="auto">
              <a:xfrm>
                <a:off x="4042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56" name="Google Shape;293;p4"/>
              <p:cNvSpPr/>
              <p:nvPr/>
            </p:nvSpPr>
            <p:spPr bwMode="auto">
              <a:xfrm>
                <a:off x="4968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57" name="Google Shape;294;p4"/>
              <p:cNvSpPr/>
              <p:nvPr/>
            </p:nvSpPr>
            <p:spPr bwMode="auto">
              <a:xfrm>
                <a:off x="5893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158" name="Google Shape;295;p4"/>
            <p:cNvGrpSpPr/>
            <p:nvPr/>
          </p:nvGrpSpPr>
          <p:grpSpPr bwMode="auto">
            <a:xfrm>
              <a:off x="-20520" y="160560"/>
              <a:ext cx="883080" cy="50760"/>
              <a:chOff x="-20520" y="160560"/>
              <a:chExt cx="883080" cy="50760"/>
            </a:xfrm>
          </p:grpSpPr>
          <p:sp>
            <p:nvSpPr>
              <p:cNvPr id="2159" name="Google Shape;296;p4"/>
              <p:cNvSpPr/>
              <p:nvPr/>
            </p:nvSpPr>
            <p:spPr bwMode="auto">
              <a:xfrm>
                <a:off x="-20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60" name="Google Shape;297;p4"/>
              <p:cNvSpPr/>
              <p:nvPr/>
            </p:nvSpPr>
            <p:spPr bwMode="auto">
              <a:xfrm>
                <a:off x="720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61" name="Google Shape;298;p4"/>
              <p:cNvSpPr/>
              <p:nvPr/>
            </p:nvSpPr>
            <p:spPr bwMode="auto">
              <a:xfrm>
                <a:off x="164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62" name="Google Shape;299;p4"/>
              <p:cNvSpPr/>
              <p:nvPr/>
            </p:nvSpPr>
            <p:spPr bwMode="auto">
              <a:xfrm>
                <a:off x="25704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63" name="Google Shape;300;p4"/>
              <p:cNvSpPr/>
              <p:nvPr/>
            </p:nvSpPr>
            <p:spPr bwMode="auto">
              <a:xfrm>
                <a:off x="3495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64" name="Google Shape;301;p4"/>
              <p:cNvSpPr/>
              <p:nvPr/>
            </p:nvSpPr>
            <p:spPr bwMode="auto">
              <a:xfrm>
                <a:off x="4420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65" name="Google Shape;302;p4"/>
              <p:cNvSpPr/>
              <p:nvPr/>
            </p:nvSpPr>
            <p:spPr bwMode="auto">
              <a:xfrm>
                <a:off x="5346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66" name="Google Shape;303;p4"/>
              <p:cNvSpPr/>
              <p:nvPr/>
            </p:nvSpPr>
            <p:spPr bwMode="auto">
              <a:xfrm>
                <a:off x="6267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67" name="Google Shape;304;p4"/>
              <p:cNvSpPr/>
              <p:nvPr/>
            </p:nvSpPr>
            <p:spPr bwMode="auto">
              <a:xfrm>
                <a:off x="7192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68" name="Google Shape;305;p4"/>
              <p:cNvSpPr/>
              <p:nvPr/>
            </p:nvSpPr>
            <p:spPr bwMode="auto">
              <a:xfrm>
                <a:off x="8118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81352602" name="Google Shape;306;p4"/>
          <p:cNvSpPr/>
          <p:nvPr/>
        </p:nvSpPr>
        <p:spPr bwMode="auto">
          <a:xfrm>
            <a:off x="-1568520" y="336348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721349399" name="Google Shape;307;p4"/>
          <p:cNvSpPr/>
          <p:nvPr/>
        </p:nvSpPr>
        <p:spPr bwMode="auto">
          <a:xfrm rot="10800000">
            <a:off x="360" y="38592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_AND_TWO_COLUMNS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6058875" name="Google Shape;309;p5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172" name="Google Shape;310;p5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73" name="Google Shape;311;p5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74" name="Google Shape;312;p5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75" name="Google Shape;313;p5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76" name="Google Shape;314;p5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77" name="Google Shape;315;p5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78" name="Google Shape;316;p5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79" name="Google Shape;317;p5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80" name="Google Shape;318;p5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81" name="Google Shape;319;p5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82" name="Google Shape;320;p5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83" name="Google Shape;321;p5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84" name="Google Shape;322;p5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85" name="Google Shape;323;p5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86" name="Google Shape;324;p5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87" name="Google Shape;325;p5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88" name="Google Shape;326;p5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89" name="Google Shape;327;p5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90" name="Google Shape;328;p5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91" name="Google Shape;329;p5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92" name="Google Shape;330;p5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93" name="Google Shape;331;p5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94" name="Google Shape;332;p5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95" name="Google Shape;333;p5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96" name="Google Shape;334;p5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97" name="Google Shape;335;p5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98" name="Google Shape;336;p5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99" name="Google Shape;337;p5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00" name="Google Shape;338;p5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01" name="Google Shape;339;p5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02" name="Google Shape;340;p5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03" name="Google Shape;341;p5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04" name="Google Shape;342;p5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05" name="Google Shape;343;p5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06" name="Google Shape;344;p5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07" name="Google Shape;345;p5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08" name="Google Shape;346;p5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09" name="Google Shape;347;p5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29128596" name="PlaceHolder 1"/>
          <p:cNvSpPr>
            <a:spLocks noGrp="1"/>
          </p:cNvSpPr>
          <p:nvPr>
            <p:ph type="title"/>
          </p:nvPr>
        </p:nvSpPr>
        <p:spPr bwMode="auto"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32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65289592" name="PlaceHolder 2"/>
          <p:cNvSpPr>
            <a:spLocks noGrp="1"/>
          </p:cNvSpPr>
          <p:nvPr>
            <p:ph type="title"/>
          </p:nvPr>
        </p:nvSpPr>
        <p:spPr bwMode="auto">
          <a:xfrm>
            <a:off x="1540440" y="2903400"/>
            <a:ext cx="2621519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26697537" name="PlaceHolder 3"/>
          <p:cNvSpPr>
            <a:spLocks noGrp="1"/>
          </p:cNvSpPr>
          <p:nvPr>
            <p:ph type="title"/>
          </p:nvPr>
        </p:nvSpPr>
        <p:spPr bwMode="auto">
          <a:xfrm>
            <a:off x="4987080" y="2903400"/>
            <a:ext cx="2621519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18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881145867" name="Google Shape;353;p5"/>
          <p:cNvGrpSpPr/>
          <p:nvPr/>
        </p:nvGrpSpPr>
        <p:grpSpPr bwMode="auto">
          <a:xfrm>
            <a:off x="1062720" y="4807440"/>
            <a:ext cx="1547640" cy="67680"/>
            <a:chOff x="1062720" y="4807440"/>
            <a:chExt cx="1547640" cy="67680"/>
          </a:xfrm>
        </p:grpSpPr>
        <p:sp>
          <p:nvSpPr>
            <p:cNvPr id="2214" name="Google Shape;354;p5"/>
            <p:cNvSpPr/>
            <p:nvPr/>
          </p:nvSpPr>
          <p:spPr bwMode="auto">
            <a:xfrm>
              <a:off x="106272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15" name="Google Shape;355;p5"/>
            <p:cNvSpPr/>
            <p:nvPr/>
          </p:nvSpPr>
          <p:spPr bwMode="auto">
            <a:xfrm>
              <a:off x="11862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16" name="Google Shape;356;p5"/>
            <p:cNvSpPr/>
            <p:nvPr/>
          </p:nvSpPr>
          <p:spPr bwMode="auto">
            <a:xfrm>
              <a:off x="13096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17" name="Google Shape;357;p5"/>
            <p:cNvSpPr/>
            <p:nvPr/>
          </p:nvSpPr>
          <p:spPr bwMode="auto">
            <a:xfrm>
              <a:off x="14328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18" name="Google Shape;358;p5"/>
            <p:cNvSpPr/>
            <p:nvPr/>
          </p:nvSpPr>
          <p:spPr bwMode="auto">
            <a:xfrm>
              <a:off x="15562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19" name="Google Shape;359;p5"/>
            <p:cNvSpPr/>
            <p:nvPr/>
          </p:nvSpPr>
          <p:spPr bwMode="auto">
            <a:xfrm>
              <a:off x="16794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20" name="Google Shape;360;p5"/>
            <p:cNvSpPr/>
            <p:nvPr/>
          </p:nvSpPr>
          <p:spPr bwMode="auto">
            <a:xfrm>
              <a:off x="18028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21" name="Google Shape;361;p5"/>
            <p:cNvSpPr/>
            <p:nvPr/>
          </p:nvSpPr>
          <p:spPr bwMode="auto">
            <a:xfrm>
              <a:off x="19260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22" name="Google Shape;362;p5"/>
            <p:cNvSpPr/>
            <p:nvPr/>
          </p:nvSpPr>
          <p:spPr bwMode="auto">
            <a:xfrm>
              <a:off x="20494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23" name="Google Shape;363;p5"/>
            <p:cNvSpPr/>
            <p:nvPr/>
          </p:nvSpPr>
          <p:spPr bwMode="auto">
            <a:xfrm>
              <a:off x="217296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24" name="Google Shape;364;p5"/>
            <p:cNvSpPr/>
            <p:nvPr/>
          </p:nvSpPr>
          <p:spPr bwMode="auto">
            <a:xfrm>
              <a:off x="22960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25" name="Google Shape;365;p5"/>
            <p:cNvSpPr/>
            <p:nvPr/>
          </p:nvSpPr>
          <p:spPr bwMode="auto">
            <a:xfrm>
              <a:off x="241956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26" name="Google Shape;366;p5"/>
            <p:cNvSpPr/>
            <p:nvPr/>
          </p:nvSpPr>
          <p:spPr bwMode="auto">
            <a:xfrm>
              <a:off x="25426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667610354" name="Google Shape;367;p5"/>
          <p:cNvGrpSpPr/>
          <p:nvPr/>
        </p:nvGrpSpPr>
        <p:grpSpPr bwMode="auto">
          <a:xfrm>
            <a:off x="232200" y="-600120"/>
            <a:ext cx="295920" cy="1822680"/>
            <a:chOff x="232200" y="-600120"/>
            <a:chExt cx="295920" cy="1822680"/>
          </a:xfrm>
        </p:grpSpPr>
        <p:sp>
          <p:nvSpPr>
            <p:cNvPr id="2228" name="Google Shape;368;p5"/>
            <p:cNvSpPr/>
            <p:nvPr/>
          </p:nvSpPr>
          <p:spPr bwMode="auto">
            <a:xfrm rot="16199998" flipV="1">
              <a:off x="-554400" y="18684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29" name="Google Shape;369;p5"/>
            <p:cNvSpPr/>
            <p:nvPr/>
          </p:nvSpPr>
          <p:spPr bwMode="auto">
            <a:xfrm rot="16199998" flipV="1">
              <a:off x="436680" y="5349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30" name="Google Shape;370;p5"/>
            <p:cNvSpPr/>
            <p:nvPr/>
          </p:nvSpPr>
          <p:spPr bwMode="auto">
            <a:xfrm rot="16199998" flipV="1">
              <a:off x="461160" y="5583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 fill="norm" stroke="1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31" name="Google Shape;371;p5"/>
            <p:cNvSpPr/>
            <p:nvPr/>
          </p:nvSpPr>
          <p:spPr bwMode="auto">
            <a:xfrm rot="16199998" flipV="1">
              <a:off x="336960" y="11311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32" name="Google Shape;372;p5"/>
            <p:cNvSpPr/>
            <p:nvPr/>
          </p:nvSpPr>
          <p:spPr bwMode="auto">
            <a:xfrm rot="16199998" flipV="1">
              <a:off x="361439" y="11548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33" name="Google Shape;373;p5"/>
            <p:cNvSpPr/>
            <p:nvPr/>
          </p:nvSpPr>
          <p:spPr bwMode="auto">
            <a:xfrm rot="16199998" flipV="1">
              <a:off x="-172800" y="-12060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-360 h 174960"/>
                <a:gd name="textAreaBottom" fmla="*/ 174960 h 174960"/>
              </a:gdLst>
              <a:ahLst/>
              <a:cxnLst/>
              <a:rect l="textAreaLeft" t="textAreaTop" r="textAreaRight" b="textAreaBottom"/>
              <a:pathLst>
                <a:path w="36417" h="5628" fill="none" stroke="1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497076719" name="Google Shape;374;p5"/>
          <p:cNvGrpSpPr/>
          <p:nvPr/>
        </p:nvGrpSpPr>
        <p:grpSpPr bwMode="auto">
          <a:xfrm>
            <a:off x="4664520" y="4961160"/>
            <a:ext cx="1520280" cy="301680"/>
            <a:chOff x="4664520" y="4961160"/>
            <a:chExt cx="1520280" cy="301680"/>
          </a:xfrm>
        </p:grpSpPr>
        <p:sp>
          <p:nvSpPr>
            <p:cNvPr id="2235" name="Google Shape;375;p5"/>
            <p:cNvSpPr/>
            <p:nvPr/>
          </p:nvSpPr>
          <p:spPr bwMode="auto">
            <a:xfrm>
              <a:off x="4757760" y="50076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36" name="Google Shape;376;p5"/>
            <p:cNvSpPr/>
            <p:nvPr/>
          </p:nvSpPr>
          <p:spPr bwMode="auto">
            <a:xfrm>
              <a:off x="6093360" y="51714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37" name="Google Shape;377;p5"/>
            <p:cNvSpPr/>
            <p:nvPr/>
          </p:nvSpPr>
          <p:spPr bwMode="auto">
            <a:xfrm>
              <a:off x="6117480" y="51958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38" name="Google Shape;378;p5"/>
            <p:cNvSpPr/>
            <p:nvPr/>
          </p:nvSpPr>
          <p:spPr bwMode="auto">
            <a:xfrm>
              <a:off x="4664520" y="49611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39" name="Google Shape;379;p5"/>
            <p:cNvSpPr/>
            <p:nvPr/>
          </p:nvSpPr>
          <p:spPr bwMode="auto">
            <a:xfrm>
              <a:off x="4688280" y="49860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492613362" name="Google Shape;380;p5"/>
          <p:cNvGrpSpPr/>
          <p:nvPr/>
        </p:nvGrpSpPr>
        <p:grpSpPr bwMode="auto">
          <a:xfrm>
            <a:off x="1558080" y="-108000"/>
            <a:ext cx="1520280" cy="301680"/>
            <a:chOff x="1558080" y="-108000"/>
            <a:chExt cx="1520280" cy="301680"/>
          </a:xfrm>
        </p:grpSpPr>
        <p:sp>
          <p:nvSpPr>
            <p:cNvPr id="2241" name="Google Shape;381;p5"/>
            <p:cNvSpPr/>
            <p:nvPr/>
          </p:nvSpPr>
          <p:spPr bwMode="auto">
            <a:xfrm>
              <a:off x="165132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42" name="Google Shape;382;p5"/>
            <p:cNvSpPr/>
            <p:nvPr/>
          </p:nvSpPr>
          <p:spPr bwMode="auto">
            <a:xfrm>
              <a:off x="298692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43" name="Google Shape;383;p5"/>
            <p:cNvSpPr/>
            <p:nvPr/>
          </p:nvSpPr>
          <p:spPr bwMode="auto">
            <a:xfrm>
              <a:off x="301104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44" name="Google Shape;384;p5"/>
            <p:cNvSpPr/>
            <p:nvPr/>
          </p:nvSpPr>
          <p:spPr bwMode="auto">
            <a:xfrm>
              <a:off x="155808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45" name="Google Shape;385;p5"/>
            <p:cNvSpPr/>
            <p:nvPr/>
          </p:nvSpPr>
          <p:spPr bwMode="auto">
            <a:xfrm>
              <a:off x="158184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497617612" name="Google Shape;386;p5"/>
          <p:cNvGrpSpPr/>
          <p:nvPr/>
        </p:nvGrpSpPr>
        <p:grpSpPr bwMode="auto">
          <a:xfrm>
            <a:off x="7855560" y="297360"/>
            <a:ext cx="883080" cy="241560"/>
            <a:chOff x="7855560" y="297360"/>
            <a:chExt cx="883080" cy="241560"/>
          </a:xfrm>
        </p:grpSpPr>
        <p:sp>
          <p:nvSpPr>
            <p:cNvPr id="2247" name="Google Shape;387;p5"/>
            <p:cNvSpPr/>
            <p:nvPr/>
          </p:nvSpPr>
          <p:spPr bwMode="auto">
            <a:xfrm>
              <a:off x="7855560" y="2973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48" name="Google Shape;388;p5"/>
            <p:cNvSpPr/>
            <p:nvPr/>
          </p:nvSpPr>
          <p:spPr bwMode="auto">
            <a:xfrm>
              <a:off x="8003160" y="29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49" name="Google Shape;389;p5"/>
            <p:cNvSpPr/>
            <p:nvPr/>
          </p:nvSpPr>
          <p:spPr bwMode="auto">
            <a:xfrm>
              <a:off x="8149320" y="29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50" name="Google Shape;390;p5"/>
            <p:cNvSpPr/>
            <p:nvPr/>
          </p:nvSpPr>
          <p:spPr bwMode="auto">
            <a:xfrm>
              <a:off x="8295480" y="29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51" name="Google Shape;391;p5"/>
            <p:cNvSpPr/>
            <p:nvPr/>
          </p:nvSpPr>
          <p:spPr bwMode="auto">
            <a:xfrm>
              <a:off x="8441640" y="29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52" name="Google Shape;392;p5"/>
            <p:cNvSpPr/>
            <p:nvPr/>
          </p:nvSpPr>
          <p:spPr bwMode="auto">
            <a:xfrm>
              <a:off x="8588160" y="29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960457058" name="Google Shape;393;p5"/>
          <p:cNvGrpSpPr/>
          <p:nvPr/>
        </p:nvGrpSpPr>
        <p:grpSpPr bwMode="auto">
          <a:xfrm>
            <a:off x="-213480" y="2709720"/>
            <a:ext cx="882720" cy="241560"/>
            <a:chOff x="-213480" y="2709720"/>
            <a:chExt cx="882720" cy="241560"/>
          </a:xfrm>
        </p:grpSpPr>
        <p:sp>
          <p:nvSpPr>
            <p:cNvPr id="2254" name="Google Shape;394;p5"/>
            <p:cNvSpPr/>
            <p:nvPr/>
          </p:nvSpPr>
          <p:spPr bwMode="auto">
            <a:xfrm rot="10800000">
              <a:off x="517320" y="270972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55" name="Google Shape;395;p5"/>
            <p:cNvSpPr/>
            <p:nvPr/>
          </p:nvSpPr>
          <p:spPr bwMode="auto">
            <a:xfrm rot="10800000">
              <a:off x="371160" y="270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56" name="Google Shape;396;p5"/>
            <p:cNvSpPr/>
            <p:nvPr/>
          </p:nvSpPr>
          <p:spPr bwMode="auto">
            <a:xfrm rot="10800000">
              <a:off x="225000" y="270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57" name="Google Shape;397;p5"/>
            <p:cNvSpPr/>
            <p:nvPr/>
          </p:nvSpPr>
          <p:spPr bwMode="auto">
            <a:xfrm rot="10800000">
              <a:off x="78840" y="270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58" name="Google Shape;398;p5"/>
            <p:cNvSpPr/>
            <p:nvPr/>
          </p:nvSpPr>
          <p:spPr bwMode="auto">
            <a:xfrm rot="10800000">
              <a:off x="-66960" y="270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59" name="Google Shape;399;p5"/>
            <p:cNvSpPr/>
            <p:nvPr/>
          </p:nvSpPr>
          <p:spPr bwMode="auto">
            <a:xfrm rot="10800000">
              <a:off x="-213480" y="270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25763993" name="Google Shape;400;p5"/>
          <p:cNvSpPr/>
          <p:nvPr/>
        </p:nvSpPr>
        <p:spPr bwMode="auto">
          <a:xfrm rot="5400000" flipH="1">
            <a:off x="8197560" y="410292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2098680991" name="Google Shape;401;p5"/>
          <p:cNvGrpSpPr/>
          <p:nvPr/>
        </p:nvGrpSpPr>
        <p:grpSpPr bwMode="auto">
          <a:xfrm>
            <a:off x="8250480" y="4623480"/>
            <a:ext cx="882720" cy="241560"/>
            <a:chOff x="8250480" y="4623480"/>
            <a:chExt cx="882720" cy="241560"/>
          </a:xfrm>
        </p:grpSpPr>
        <p:sp>
          <p:nvSpPr>
            <p:cNvPr id="2262" name="Google Shape;402;p5"/>
            <p:cNvSpPr/>
            <p:nvPr/>
          </p:nvSpPr>
          <p:spPr bwMode="auto">
            <a:xfrm flipV="1">
              <a:off x="8250480" y="462312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63" name="Google Shape;403;p5"/>
            <p:cNvSpPr/>
            <p:nvPr/>
          </p:nvSpPr>
          <p:spPr bwMode="auto">
            <a:xfrm flipV="1">
              <a:off x="8397720" y="4623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64" name="Google Shape;404;p5"/>
            <p:cNvSpPr/>
            <p:nvPr/>
          </p:nvSpPr>
          <p:spPr bwMode="auto">
            <a:xfrm flipV="1">
              <a:off x="8544240" y="4623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65" name="Google Shape;405;p5"/>
            <p:cNvSpPr/>
            <p:nvPr/>
          </p:nvSpPr>
          <p:spPr bwMode="auto">
            <a:xfrm flipV="1">
              <a:off x="8690400" y="4623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66" name="Google Shape;406;p5"/>
            <p:cNvSpPr/>
            <p:nvPr/>
          </p:nvSpPr>
          <p:spPr bwMode="auto">
            <a:xfrm flipV="1">
              <a:off x="8836560" y="4623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67" name="Google Shape;407;p5"/>
            <p:cNvSpPr/>
            <p:nvPr/>
          </p:nvSpPr>
          <p:spPr bwMode="auto">
            <a:xfrm flipV="1">
              <a:off x="8982720" y="4623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_ONLY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05586833" name="Google Shape;409;p6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269" name="Google Shape;410;p6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70" name="Google Shape;411;p6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71" name="Google Shape;412;p6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72" name="Google Shape;413;p6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73" name="Google Shape;414;p6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74" name="Google Shape;415;p6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75" name="Google Shape;416;p6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76" name="Google Shape;417;p6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77" name="Google Shape;418;p6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78" name="Google Shape;419;p6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79" name="Google Shape;420;p6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80" name="Google Shape;421;p6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81" name="Google Shape;422;p6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82" name="Google Shape;423;p6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83" name="Google Shape;424;p6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84" name="Google Shape;425;p6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85" name="Google Shape;426;p6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86" name="Google Shape;427;p6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87" name="Google Shape;428;p6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88" name="Google Shape;429;p6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89" name="Google Shape;430;p6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90" name="Google Shape;431;p6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91" name="Google Shape;432;p6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92" name="Google Shape;433;p6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93" name="Google Shape;434;p6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94" name="Google Shape;435;p6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95" name="Google Shape;436;p6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96" name="Google Shape;437;p6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97" name="Google Shape;438;p6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98" name="Google Shape;439;p6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99" name="Google Shape;440;p6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00" name="Google Shape;441;p6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01" name="Google Shape;442;p6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02" name="Google Shape;443;p6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03" name="Google Shape;444;p6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04" name="Google Shape;445;p6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05" name="Google Shape;446;p6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06" name="Google Shape;447;p6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958460564" name="PlaceHolder 1"/>
          <p:cNvSpPr>
            <a:spLocks noGrp="1"/>
          </p:cNvSpPr>
          <p:nvPr>
            <p:ph type="title"/>
          </p:nvPr>
        </p:nvSpPr>
        <p:spPr bwMode="auto"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32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0838103" name="Google Shape;449;p6"/>
          <p:cNvSpPr/>
          <p:nvPr/>
        </p:nvSpPr>
        <p:spPr bwMode="auto"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605154132" name="Google Shape;450;p6"/>
          <p:cNvGrpSpPr/>
          <p:nvPr/>
        </p:nvGrpSpPr>
        <p:grpSpPr bwMode="auto">
          <a:xfrm>
            <a:off x="494280" y="4791960"/>
            <a:ext cx="1252800" cy="50760"/>
            <a:chOff x="494280" y="4791960"/>
            <a:chExt cx="1252800" cy="50760"/>
          </a:xfrm>
        </p:grpSpPr>
        <p:sp>
          <p:nvSpPr>
            <p:cNvPr id="2310" name="Google Shape;451;p6"/>
            <p:cNvSpPr/>
            <p:nvPr/>
          </p:nvSpPr>
          <p:spPr bwMode="auto">
            <a:xfrm>
              <a:off x="49428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11" name="Google Shape;452;p6"/>
            <p:cNvSpPr/>
            <p:nvPr/>
          </p:nvSpPr>
          <p:spPr bwMode="auto">
            <a:xfrm>
              <a:off x="5868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12" name="Google Shape;453;p6"/>
            <p:cNvSpPr/>
            <p:nvPr/>
          </p:nvSpPr>
          <p:spPr bwMode="auto">
            <a:xfrm>
              <a:off x="6793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13" name="Google Shape;454;p6"/>
            <p:cNvSpPr/>
            <p:nvPr/>
          </p:nvSpPr>
          <p:spPr bwMode="auto">
            <a:xfrm>
              <a:off x="77184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14" name="Google Shape;455;p6"/>
            <p:cNvSpPr/>
            <p:nvPr/>
          </p:nvSpPr>
          <p:spPr bwMode="auto">
            <a:xfrm>
              <a:off x="8640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15" name="Google Shape;456;p6"/>
            <p:cNvSpPr/>
            <p:nvPr/>
          </p:nvSpPr>
          <p:spPr bwMode="auto">
            <a:xfrm>
              <a:off x="9565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16" name="Google Shape;457;p6"/>
            <p:cNvSpPr/>
            <p:nvPr/>
          </p:nvSpPr>
          <p:spPr bwMode="auto">
            <a:xfrm>
              <a:off x="104904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17" name="Google Shape;458;p6"/>
            <p:cNvSpPr/>
            <p:nvPr/>
          </p:nvSpPr>
          <p:spPr bwMode="auto">
            <a:xfrm>
              <a:off x="114156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18" name="Google Shape;459;p6"/>
            <p:cNvSpPr/>
            <p:nvPr/>
          </p:nvSpPr>
          <p:spPr bwMode="auto">
            <a:xfrm>
              <a:off x="123408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19" name="Google Shape;460;p6"/>
            <p:cNvSpPr/>
            <p:nvPr/>
          </p:nvSpPr>
          <p:spPr bwMode="auto">
            <a:xfrm>
              <a:off x="13266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20" name="Google Shape;461;p6"/>
            <p:cNvSpPr/>
            <p:nvPr/>
          </p:nvSpPr>
          <p:spPr bwMode="auto">
            <a:xfrm>
              <a:off x="14191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21" name="Google Shape;462;p6"/>
            <p:cNvSpPr/>
            <p:nvPr/>
          </p:nvSpPr>
          <p:spPr bwMode="auto">
            <a:xfrm>
              <a:off x="151128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22" name="Google Shape;463;p6"/>
            <p:cNvSpPr/>
            <p:nvPr/>
          </p:nvSpPr>
          <p:spPr bwMode="auto">
            <a:xfrm>
              <a:off x="16038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23" name="Google Shape;464;p6"/>
            <p:cNvSpPr/>
            <p:nvPr/>
          </p:nvSpPr>
          <p:spPr bwMode="auto">
            <a:xfrm>
              <a:off x="16963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044510726" name="Google Shape;465;p6"/>
          <p:cNvSpPr/>
          <p:nvPr/>
        </p:nvSpPr>
        <p:spPr bwMode="auto">
          <a:xfrm rot="10800000">
            <a:off x="8557560" y="4011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210842283" name="Google Shape;466;p6"/>
          <p:cNvGrpSpPr/>
          <p:nvPr/>
        </p:nvGrpSpPr>
        <p:grpSpPr bwMode="auto">
          <a:xfrm>
            <a:off x="7911360" y="4688640"/>
            <a:ext cx="1520280" cy="301320"/>
            <a:chOff x="7911360" y="4688640"/>
            <a:chExt cx="1520280" cy="301320"/>
          </a:xfrm>
        </p:grpSpPr>
        <p:sp>
          <p:nvSpPr>
            <p:cNvPr id="2326" name="Google Shape;467;p6"/>
            <p:cNvSpPr/>
            <p:nvPr/>
          </p:nvSpPr>
          <p:spPr bwMode="auto">
            <a:xfrm rot="5400000">
              <a:off x="8567640" y="417168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 stroke="1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27" name="Google Shape;468;p6"/>
            <p:cNvSpPr/>
            <p:nvPr/>
          </p:nvSpPr>
          <p:spPr bwMode="auto">
            <a:xfrm rot="5400000">
              <a:off x="9340200" y="4898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28" name="Google Shape;469;p6"/>
            <p:cNvSpPr/>
            <p:nvPr/>
          </p:nvSpPr>
          <p:spPr bwMode="auto">
            <a:xfrm rot="5400000">
              <a:off x="9365040" y="49226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29" name="Google Shape;470;p6"/>
            <p:cNvSpPr/>
            <p:nvPr/>
          </p:nvSpPr>
          <p:spPr bwMode="auto">
            <a:xfrm rot="5400000">
              <a:off x="7911360" y="4688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30" name="Google Shape;471;p6"/>
            <p:cNvSpPr/>
            <p:nvPr/>
          </p:nvSpPr>
          <p:spPr bwMode="auto">
            <a:xfrm rot="5400000">
              <a:off x="7935480" y="47134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131953603" name="Google Shape;472;p6"/>
          <p:cNvGrpSpPr/>
          <p:nvPr/>
        </p:nvGrpSpPr>
        <p:grpSpPr bwMode="auto"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2332" name="Google Shape;473;p6"/>
            <p:cNvSpPr/>
            <p:nvPr/>
          </p:nvSpPr>
          <p:spPr bwMode="auto"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33" name="Google Shape;474;p6"/>
            <p:cNvSpPr/>
            <p:nvPr/>
          </p:nvSpPr>
          <p:spPr bwMode="auto"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34" name="Google Shape;475;p6"/>
            <p:cNvSpPr/>
            <p:nvPr/>
          </p:nvSpPr>
          <p:spPr bwMode="auto"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35" name="Google Shape;476;p6"/>
            <p:cNvSpPr/>
            <p:nvPr/>
          </p:nvSpPr>
          <p:spPr bwMode="auto"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36" name="Google Shape;477;p6"/>
            <p:cNvSpPr/>
            <p:nvPr/>
          </p:nvSpPr>
          <p:spPr bwMode="auto"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583475969" name="Google Shape;478;p6"/>
          <p:cNvSpPr/>
          <p:nvPr/>
        </p:nvSpPr>
        <p:spPr bwMode="auto">
          <a:xfrm>
            <a:off x="0" y="21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719863652" name="Google Shape;479;p6"/>
          <p:cNvGrpSpPr/>
          <p:nvPr/>
        </p:nvGrpSpPr>
        <p:grpSpPr bwMode="auto">
          <a:xfrm>
            <a:off x="172440" y="2520"/>
            <a:ext cx="241560" cy="882720"/>
            <a:chOff x="172440" y="2520"/>
            <a:chExt cx="241560" cy="882720"/>
          </a:xfrm>
        </p:grpSpPr>
        <p:sp>
          <p:nvSpPr>
            <p:cNvPr id="2339" name="Google Shape;480;p6"/>
            <p:cNvSpPr/>
            <p:nvPr/>
          </p:nvSpPr>
          <p:spPr bwMode="auto">
            <a:xfrm rot="16199998">
              <a:off x="217080" y="68832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40" name="Google Shape;481;p6"/>
            <p:cNvSpPr/>
            <p:nvPr/>
          </p:nvSpPr>
          <p:spPr bwMode="auto">
            <a:xfrm rot="16199998">
              <a:off x="217800" y="5418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41" name="Google Shape;482;p6"/>
            <p:cNvSpPr/>
            <p:nvPr/>
          </p:nvSpPr>
          <p:spPr bwMode="auto">
            <a:xfrm rot="16199998">
              <a:off x="217800" y="395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42" name="Google Shape;483;p6"/>
            <p:cNvSpPr/>
            <p:nvPr/>
          </p:nvSpPr>
          <p:spPr bwMode="auto">
            <a:xfrm rot="16199998">
              <a:off x="217800" y="249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43" name="Google Shape;484;p6"/>
            <p:cNvSpPr/>
            <p:nvPr/>
          </p:nvSpPr>
          <p:spPr bwMode="auto">
            <a:xfrm rot="16199998">
              <a:off x="217800" y="1029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44" name="Google Shape;485;p6"/>
            <p:cNvSpPr/>
            <p:nvPr/>
          </p:nvSpPr>
          <p:spPr bwMode="auto">
            <a:xfrm rot="16199998">
              <a:off x="217800" y="-4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928568109" name="Google Shape;486;p6"/>
          <p:cNvGrpSpPr/>
          <p:nvPr/>
        </p:nvGrpSpPr>
        <p:grpSpPr bwMode="auto"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2346" name="Google Shape;487;p6"/>
            <p:cNvSpPr/>
            <p:nvPr/>
          </p:nvSpPr>
          <p:spPr bwMode="auto">
            <a:xfrm>
              <a:off x="180396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47" name="Google Shape;488;p6"/>
            <p:cNvSpPr/>
            <p:nvPr/>
          </p:nvSpPr>
          <p:spPr bwMode="auto">
            <a:xfrm>
              <a:off x="313956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48" name="Google Shape;489;p6"/>
            <p:cNvSpPr/>
            <p:nvPr/>
          </p:nvSpPr>
          <p:spPr bwMode="auto">
            <a:xfrm>
              <a:off x="316332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49" name="Google Shape;490;p6"/>
            <p:cNvSpPr/>
            <p:nvPr/>
          </p:nvSpPr>
          <p:spPr bwMode="auto">
            <a:xfrm>
              <a:off x="171036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50" name="Google Shape;491;p6"/>
            <p:cNvSpPr/>
            <p:nvPr/>
          </p:nvSpPr>
          <p:spPr bwMode="auto">
            <a:xfrm>
              <a:off x="173412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ONE_COLUMN_TEXT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36528326" name="Google Shape;493;p7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352" name="Google Shape;494;p7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53" name="Google Shape;495;p7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54" name="Google Shape;496;p7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55" name="Google Shape;497;p7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56" name="Google Shape;498;p7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57" name="Google Shape;499;p7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58" name="Google Shape;500;p7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59" name="Google Shape;501;p7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60" name="Google Shape;502;p7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61" name="Google Shape;503;p7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62" name="Google Shape;504;p7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63" name="Google Shape;505;p7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64" name="Google Shape;506;p7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65" name="Google Shape;507;p7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66" name="Google Shape;508;p7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67" name="Google Shape;509;p7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68" name="Google Shape;510;p7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69" name="Google Shape;511;p7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70" name="Google Shape;512;p7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71" name="Google Shape;513;p7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72" name="Google Shape;514;p7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73" name="Google Shape;515;p7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74" name="Google Shape;516;p7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75" name="Google Shape;517;p7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76" name="Google Shape;518;p7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77" name="Google Shape;519;p7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78" name="Google Shape;520;p7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79" name="Google Shape;521;p7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80" name="Google Shape;522;p7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81" name="Google Shape;523;p7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82" name="Google Shape;524;p7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83" name="Google Shape;525;p7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84" name="Google Shape;526;p7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85" name="Google Shape;527;p7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86" name="Google Shape;528;p7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87" name="Google Shape;529;p7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88" name="Google Shape;530;p7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89" name="Google Shape;531;p7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62419182" name="PlaceHolder 1"/>
          <p:cNvSpPr>
            <a:spLocks noGrp="1"/>
          </p:cNvSpPr>
          <p:nvPr>
            <p:ph type="title"/>
          </p:nvPr>
        </p:nvSpPr>
        <p:spPr bwMode="auto">
          <a:xfrm>
            <a:off x="4433040" y="1945800"/>
            <a:ext cx="3997440" cy="57240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32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14346675" name="Google Shape;534;p7"/>
          <p:cNvSpPr/>
          <p:nvPr/>
        </p:nvSpPr>
        <p:spPr bwMode="auto">
          <a:xfrm>
            <a:off x="855720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35023319" name="Google Shape;535;p7"/>
          <p:cNvSpPr/>
          <p:nvPr/>
        </p:nvSpPr>
        <p:spPr bwMode="auto">
          <a:xfrm rot="16199998">
            <a:off x="348840" y="-5472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168352041" name="Google Shape;536;p7"/>
          <p:cNvGrpSpPr/>
          <p:nvPr/>
        </p:nvGrpSpPr>
        <p:grpSpPr bwMode="auto">
          <a:xfrm>
            <a:off x="360" y="466560"/>
            <a:ext cx="882720" cy="241560"/>
            <a:chOff x="360" y="466560"/>
            <a:chExt cx="882720" cy="241560"/>
          </a:xfrm>
        </p:grpSpPr>
        <p:sp>
          <p:nvSpPr>
            <p:cNvPr id="2394" name="Google Shape;537;p7"/>
            <p:cNvSpPr/>
            <p:nvPr/>
          </p:nvSpPr>
          <p:spPr bwMode="auto">
            <a:xfrm rot="10800000">
              <a:off x="731160" y="4665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95" name="Google Shape;538;p7"/>
            <p:cNvSpPr/>
            <p:nvPr/>
          </p:nvSpPr>
          <p:spPr bwMode="auto">
            <a:xfrm rot="10800000">
              <a:off x="585360" y="46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96" name="Google Shape;539;p7"/>
            <p:cNvSpPr/>
            <p:nvPr/>
          </p:nvSpPr>
          <p:spPr bwMode="auto">
            <a:xfrm rot="10800000">
              <a:off x="439200" y="46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97" name="Google Shape;540;p7"/>
            <p:cNvSpPr/>
            <p:nvPr/>
          </p:nvSpPr>
          <p:spPr bwMode="auto">
            <a:xfrm rot="10800000">
              <a:off x="293040" y="46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98" name="Google Shape;541;p7"/>
            <p:cNvSpPr/>
            <p:nvPr/>
          </p:nvSpPr>
          <p:spPr bwMode="auto">
            <a:xfrm rot="10800000">
              <a:off x="146880" y="46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99" name="Google Shape;542;p7"/>
            <p:cNvSpPr/>
            <p:nvPr/>
          </p:nvSpPr>
          <p:spPr bwMode="auto">
            <a:xfrm rot="10800000">
              <a:off x="360" y="46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814131575" name="Google Shape;543;p7"/>
          <p:cNvGrpSpPr/>
          <p:nvPr/>
        </p:nvGrpSpPr>
        <p:grpSpPr bwMode="auto"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2401" name="Google Shape;544;p7"/>
            <p:cNvSpPr/>
            <p:nvPr/>
          </p:nvSpPr>
          <p:spPr bwMode="auto">
            <a:xfrm>
              <a:off x="180396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02" name="Google Shape;545;p7"/>
            <p:cNvSpPr/>
            <p:nvPr/>
          </p:nvSpPr>
          <p:spPr bwMode="auto">
            <a:xfrm>
              <a:off x="313956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03" name="Google Shape;546;p7"/>
            <p:cNvSpPr/>
            <p:nvPr/>
          </p:nvSpPr>
          <p:spPr bwMode="auto">
            <a:xfrm>
              <a:off x="316332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04" name="Google Shape;547;p7"/>
            <p:cNvSpPr/>
            <p:nvPr/>
          </p:nvSpPr>
          <p:spPr bwMode="auto">
            <a:xfrm>
              <a:off x="171036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05" name="Google Shape;548;p7"/>
            <p:cNvSpPr/>
            <p:nvPr/>
          </p:nvSpPr>
          <p:spPr bwMode="auto">
            <a:xfrm>
              <a:off x="173412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610556067" name="Google Shape;549;p7"/>
          <p:cNvSpPr/>
          <p:nvPr/>
        </p:nvSpPr>
        <p:spPr bwMode="auto">
          <a:xfrm rot="5400000">
            <a:off x="5515200" y="-38988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502436" name="Google Shape;550;p7"/>
          <p:cNvSpPr/>
          <p:nvPr/>
        </p:nvSpPr>
        <p:spPr bwMode="auto">
          <a:xfrm rot="5400000">
            <a:off x="5794560" y="-86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2057820058" name="Google Shape;551;p7"/>
          <p:cNvGrpSpPr/>
          <p:nvPr/>
        </p:nvGrpSpPr>
        <p:grpSpPr bwMode="auto">
          <a:xfrm>
            <a:off x="3502080" y="841320"/>
            <a:ext cx="1252800" cy="50760"/>
            <a:chOff x="3502080" y="841320"/>
            <a:chExt cx="1252800" cy="50760"/>
          </a:xfrm>
        </p:grpSpPr>
        <p:sp>
          <p:nvSpPr>
            <p:cNvPr id="2409" name="Google Shape;552;p7"/>
            <p:cNvSpPr/>
            <p:nvPr/>
          </p:nvSpPr>
          <p:spPr bwMode="auto">
            <a:xfrm>
              <a:off x="350208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10" name="Google Shape;553;p7"/>
            <p:cNvSpPr/>
            <p:nvPr/>
          </p:nvSpPr>
          <p:spPr bwMode="auto">
            <a:xfrm>
              <a:off x="35946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11" name="Google Shape;554;p7"/>
            <p:cNvSpPr/>
            <p:nvPr/>
          </p:nvSpPr>
          <p:spPr bwMode="auto">
            <a:xfrm>
              <a:off x="368712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12" name="Google Shape;555;p7"/>
            <p:cNvSpPr/>
            <p:nvPr/>
          </p:nvSpPr>
          <p:spPr bwMode="auto">
            <a:xfrm>
              <a:off x="377964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13" name="Google Shape;556;p7"/>
            <p:cNvSpPr/>
            <p:nvPr/>
          </p:nvSpPr>
          <p:spPr bwMode="auto">
            <a:xfrm>
              <a:off x="387216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14" name="Google Shape;557;p7"/>
            <p:cNvSpPr/>
            <p:nvPr/>
          </p:nvSpPr>
          <p:spPr bwMode="auto">
            <a:xfrm>
              <a:off x="396468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15" name="Google Shape;558;p7"/>
            <p:cNvSpPr/>
            <p:nvPr/>
          </p:nvSpPr>
          <p:spPr bwMode="auto">
            <a:xfrm>
              <a:off x="40572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16" name="Google Shape;559;p7"/>
            <p:cNvSpPr/>
            <p:nvPr/>
          </p:nvSpPr>
          <p:spPr bwMode="auto">
            <a:xfrm>
              <a:off x="414936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17" name="Google Shape;560;p7"/>
            <p:cNvSpPr/>
            <p:nvPr/>
          </p:nvSpPr>
          <p:spPr bwMode="auto">
            <a:xfrm>
              <a:off x="424188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18" name="Google Shape;561;p7"/>
            <p:cNvSpPr/>
            <p:nvPr/>
          </p:nvSpPr>
          <p:spPr bwMode="auto">
            <a:xfrm>
              <a:off x="43344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19" name="Google Shape;562;p7"/>
            <p:cNvSpPr/>
            <p:nvPr/>
          </p:nvSpPr>
          <p:spPr bwMode="auto">
            <a:xfrm>
              <a:off x="442692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20" name="Google Shape;563;p7"/>
            <p:cNvSpPr/>
            <p:nvPr/>
          </p:nvSpPr>
          <p:spPr bwMode="auto">
            <a:xfrm>
              <a:off x="451944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21" name="Google Shape;564;p7"/>
            <p:cNvSpPr/>
            <p:nvPr/>
          </p:nvSpPr>
          <p:spPr bwMode="auto">
            <a:xfrm>
              <a:off x="46116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22" name="Google Shape;565;p7"/>
            <p:cNvSpPr/>
            <p:nvPr/>
          </p:nvSpPr>
          <p:spPr bwMode="auto">
            <a:xfrm>
              <a:off x="470412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700809140" name="Google Shape;566;p7"/>
          <p:cNvSpPr/>
          <p:nvPr/>
        </p:nvSpPr>
        <p:spPr bwMode="auto">
          <a:xfrm rot="5400000">
            <a:off x="8206560" y="42076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585037560" name="Google Shape;567;p7"/>
          <p:cNvGrpSpPr/>
          <p:nvPr/>
        </p:nvGrpSpPr>
        <p:grpSpPr bwMode="auto">
          <a:xfrm>
            <a:off x="8086320" y="4723920"/>
            <a:ext cx="1822680" cy="196560"/>
            <a:chOff x="8086320" y="4723920"/>
            <a:chExt cx="1822680" cy="196560"/>
          </a:xfrm>
        </p:grpSpPr>
        <p:sp>
          <p:nvSpPr>
            <p:cNvPr id="2425" name="Google Shape;568;p7"/>
            <p:cNvSpPr/>
            <p:nvPr/>
          </p:nvSpPr>
          <p:spPr bwMode="auto">
            <a:xfrm rot="10800000" flipH="1">
              <a:off x="8185320" y="472392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26" name="Google Shape;569;p7"/>
            <p:cNvSpPr/>
            <p:nvPr/>
          </p:nvSpPr>
          <p:spPr bwMode="auto">
            <a:xfrm rot="10800000" flipH="1">
              <a:off x="8086320" y="4829039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27" name="Google Shape;570;p7"/>
            <p:cNvSpPr/>
            <p:nvPr/>
          </p:nvSpPr>
          <p:spPr bwMode="auto">
            <a:xfrm rot="10800000" flipH="1">
              <a:off x="8110440" y="485388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464436231" name="Google Shape;571;p7"/>
          <p:cNvSpPr/>
          <p:nvPr/>
        </p:nvSpPr>
        <p:spPr bwMode="auto">
          <a:xfrm rot="10800000">
            <a:off x="420120" y="40644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868176640" name="Google Shape;572;p7"/>
          <p:cNvGrpSpPr/>
          <p:nvPr/>
        </p:nvGrpSpPr>
        <p:grpSpPr bwMode="auto">
          <a:xfrm>
            <a:off x="-197280" y="3314880"/>
            <a:ext cx="552600" cy="98640"/>
            <a:chOff x="-197280" y="3314880"/>
            <a:chExt cx="552600" cy="98640"/>
          </a:xfrm>
        </p:grpSpPr>
        <p:sp>
          <p:nvSpPr>
            <p:cNvPr id="2430" name="Google Shape;573;p7"/>
            <p:cNvSpPr/>
            <p:nvPr/>
          </p:nvSpPr>
          <p:spPr bwMode="auto">
            <a:xfrm rot="5400000">
              <a:off x="256680" y="33148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31" name="Google Shape;574;p7"/>
            <p:cNvSpPr/>
            <p:nvPr/>
          </p:nvSpPr>
          <p:spPr bwMode="auto">
            <a:xfrm rot="5400000">
              <a:off x="283320" y="33418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32" name="Google Shape;575;p7"/>
            <p:cNvSpPr/>
            <p:nvPr/>
          </p:nvSpPr>
          <p:spPr bwMode="auto">
            <a:xfrm rot="5400000">
              <a:off x="-197280" y="33181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33" name="Google Shape;576;p7"/>
            <p:cNvSpPr/>
            <p:nvPr/>
          </p:nvSpPr>
          <p:spPr bwMode="auto">
            <a:xfrm rot="5400000">
              <a:off x="-173520" y="33418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34" name="Google Shape;577;p7"/>
            <p:cNvSpPr/>
            <p:nvPr/>
          </p:nvSpPr>
          <p:spPr bwMode="auto">
            <a:xfrm rot="5400000">
              <a:off x="78480" y="31791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337937054" name="Google Shape;578;p7"/>
          <p:cNvGrpSpPr/>
          <p:nvPr/>
        </p:nvGrpSpPr>
        <p:grpSpPr bwMode="auto">
          <a:xfrm>
            <a:off x="4954680" y="4958640"/>
            <a:ext cx="1520280" cy="301680"/>
            <a:chOff x="4954680" y="4958640"/>
            <a:chExt cx="1520280" cy="301680"/>
          </a:xfrm>
        </p:grpSpPr>
        <p:sp>
          <p:nvSpPr>
            <p:cNvPr id="2436" name="Google Shape;579;p7"/>
            <p:cNvSpPr/>
            <p:nvPr/>
          </p:nvSpPr>
          <p:spPr bwMode="auto">
            <a:xfrm>
              <a:off x="5047920" y="500508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37" name="Google Shape;580;p7"/>
            <p:cNvSpPr/>
            <p:nvPr/>
          </p:nvSpPr>
          <p:spPr bwMode="auto">
            <a:xfrm>
              <a:off x="6383520" y="51688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38" name="Google Shape;581;p7"/>
            <p:cNvSpPr/>
            <p:nvPr/>
          </p:nvSpPr>
          <p:spPr bwMode="auto">
            <a:xfrm>
              <a:off x="6407640" y="5193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39" name="Google Shape;582;p7"/>
            <p:cNvSpPr/>
            <p:nvPr/>
          </p:nvSpPr>
          <p:spPr bwMode="auto">
            <a:xfrm>
              <a:off x="4954680" y="495864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40" name="Google Shape;583;p7"/>
            <p:cNvSpPr/>
            <p:nvPr/>
          </p:nvSpPr>
          <p:spPr bwMode="auto">
            <a:xfrm>
              <a:off x="4978440" y="49834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MAIN_POINT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26498036" name="Google Shape;585;p8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442" name="Google Shape;586;p8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43" name="Google Shape;587;p8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44" name="Google Shape;588;p8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45" name="Google Shape;589;p8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46" name="Google Shape;590;p8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47" name="Google Shape;591;p8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48" name="Google Shape;592;p8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49" name="Google Shape;593;p8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50" name="Google Shape;594;p8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51" name="Google Shape;595;p8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52" name="Google Shape;596;p8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53" name="Google Shape;597;p8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54" name="Google Shape;598;p8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55" name="Google Shape;599;p8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56" name="Google Shape;600;p8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57" name="Google Shape;601;p8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58" name="Google Shape;602;p8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59" name="Google Shape;603;p8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60" name="Google Shape;604;p8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61" name="Google Shape;605;p8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62" name="Google Shape;606;p8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63" name="Google Shape;607;p8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64" name="Google Shape;608;p8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65" name="Google Shape;609;p8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66" name="Google Shape;610;p8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67" name="Google Shape;611;p8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68" name="Google Shape;612;p8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69" name="Google Shape;613;p8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70" name="Google Shape;614;p8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71" name="Google Shape;615;p8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72" name="Google Shape;616;p8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73" name="Google Shape;617;p8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74" name="Google Shape;618;p8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75" name="Google Shape;619;p8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76" name="Google Shape;620;p8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77" name="Google Shape;621;p8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78" name="Google Shape;622;p8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79" name="Google Shape;623;p8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506403123" name="PlaceHolder 1"/>
          <p:cNvSpPr>
            <a:spLocks noGrp="1"/>
          </p:cNvSpPr>
          <p:nvPr>
            <p:ph type="title"/>
          </p:nvPr>
        </p:nvSpPr>
        <p:spPr bwMode="auto">
          <a:xfrm>
            <a:off x="1181880" y="1320840"/>
            <a:ext cx="6779520" cy="252324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46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46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73232747" name="Google Shape;625;p8"/>
          <p:cNvSpPr/>
          <p:nvPr/>
        </p:nvSpPr>
        <p:spPr bwMode="auto">
          <a:xfrm rot="16199998">
            <a:off x="348840" y="258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87418671" name="Google Shape;626;p8"/>
          <p:cNvGrpSpPr/>
          <p:nvPr/>
        </p:nvGrpSpPr>
        <p:grpSpPr bwMode="auto"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2483" name="Google Shape;627;p8"/>
            <p:cNvSpPr/>
            <p:nvPr/>
          </p:nvSpPr>
          <p:spPr bwMode="auto">
            <a:xfrm>
              <a:off x="-1414440" y="31093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84" name="Google Shape;628;p8"/>
            <p:cNvSpPr/>
            <p:nvPr/>
          </p:nvSpPr>
          <p:spPr bwMode="auto">
            <a:xfrm>
              <a:off x="-1111320" y="28299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084002076" name="Google Shape;629;p8"/>
          <p:cNvGrpSpPr/>
          <p:nvPr/>
        </p:nvGrpSpPr>
        <p:grpSpPr bwMode="auto">
          <a:xfrm>
            <a:off x="8059680" y="3661920"/>
            <a:ext cx="1822320" cy="196560"/>
            <a:chOff x="8059680" y="3661920"/>
            <a:chExt cx="1822320" cy="196560"/>
          </a:xfrm>
        </p:grpSpPr>
        <p:sp>
          <p:nvSpPr>
            <p:cNvPr id="2486" name="Google Shape;630;p8"/>
            <p:cNvSpPr/>
            <p:nvPr/>
          </p:nvSpPr>
          <p:spPr bwMode="auto">
            <a:xfrm>
              <a:off x="8158320" y="370836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87" name="Google Shape;631;p8"/>
            <p:cNvSpPr/>
            <p:nvPr/>
          </p:nvSpPr>
          <p:spPr bwMode="auto">
            <a:xfrm>
              <a:off x="8059680" y="36619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88" name="Google Shape;632;p8"/>
            <p:cNvSpPr/>
            <p:nvPr/>
          </p:nvSpPr>
          <p:spPr bwMode="auto">
            <a:xfrm>
              <a:off x="8084160" y="36867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015636926" name="Google Shape;633;p8"/>
          <p:cNvSpPr/>
          <p:nvPr/>
        </p:nvSpPr>
        <p:spPr bwMode="auto">
          <a:xfrm rot="10800000">
            <a:off x="7375680" y="404532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672039019" name="Google Shape;634;p8"/>
          <p:cNvGrpSpPr/>
          <p:nvPr/>
        </p:nvGrpSpPr>
        <p:grpSpPr bwMode="auto">
          <a:xfrm>
            <a:off x="4423680" y="4144680"/>
            <a:ext cx="296280" cy="1822320"/>
            <a:chOff x="4423680" y="4144680"/>
            <a:chExt cx="296280" cy="1822320"/>
          </a:xfrm>
        </p:grpSpPr>
        <p:sp>
          <p:nvSpPr>
            <p:cNvPr id="2491" name="Google Shape;635;p8"/>
            <p:cNvSpPr/>
            <p:nvPr/>
          </p:nvSpPr>
          <p:spPr bwMode="auto">
            <a:xfrm rot="5400000" flipV="1">
              <a:off x="3782880" y="50299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92" name="Google Shape;636;p8"/>
            <p:cNvSpPr/>
            <p:nvPr/>
          </p:nvSpPr>
          <p:spPr bwMode="auto">
            <a:xfrm rot="5400000" flipV="1">
              <a:off x="4423680" y="4740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93" name="Google Shape;637;p8"/>
            <p:cNvSpPr/>
            <p:nvPr/>
          </p:nvSpPr>
          <p:spPr bwMode="auto">
            <a:xfrm rot="5400000" flipV="1">
              <a:off x="4448160" y="47653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 fill="norm" stroke="1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94" name="Google Shape;638;p8"/>
            <p:cNvSpPr/>
            <p:nvPr/>
          </p:nvSpPr>
          <p:spPr bwMode="auto">
            <a:xfrm rot="5400000" flipV="1">
              <a:off x="4523400" y="41446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95" name="Google Shape;639;p8"/>
            <p:cNvSpPr/>
            <p:nvPr/>
          </p:nvSpPr>
          <p:spPr bwMode="auto">
            <a:xfrm rot="5400000" flipV="1">
              <a:off x="4547520" y="41688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96" name="Google Shape;640;p8"/>
            <p:cNvSpPr/>
            <p:nvPr/>
          </p:nvSpPr>
          <p:spPr bwMode="auto">
            <a:xfrm rot="5400000" flipV="1">
              <a:off x="3990240" y="53114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w="36417" h="5628" fill="none" stroke="1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219867900" name="Google Shape;641;p8"/>
          <p:cNvSpPr/>
          <p:nvPr/>
        </p:nvSpPr>
        <p:spPr bwMode="auto">
          <a:xfrm rot="10800000">
            <a:off x="8028000" y="24793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112681150" name="Google Shape;642;p8"/>
          <p:cNvSpPr/>
          <p:nvPr/>
        </p:nvSpPr>
        <p:spPr bwMode="auto">
          <a:xfrm rot="10800000">
            <a:off x="468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530851394" name="Google Shape;643;p8"/>
          <p:cNvSpPr/>
          <p:nvPr/>
        </p:nvSpPr>
        <p:spPr bwMode="auto"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972137505" name="Google Shape;644;p8"/>
          <p:cNvGrpSpPr/>
          <p:nvPr/>
        </p:nvGrpSpPr>
        <p:grpSpPr bwMode="auto">
          <a:xfrm>
            <a:off x="7812720" y="1533240"/>
            <a:ext cx="1520640" cy="301680"/>
            <a:chOff x="7812720" y="1533240"/>
            <a:chExt cx="1520640" cy="301680"/>
          </a:xfrm>
        </p:grpSpPr>
        <p:sp>
          <p:nvSpPr>
            <p:cNvPr id="2501" name="Google Shape;645;p8"/>
            <p:cNvSpPr/>
            <p:nvPr/>
          </p:nvSpPr>
          <p:spPr bwMode="auto">
            <a:xfrm>
              <a:off x="7906320" y="157968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02" name="Google Shape;646;p8"/>
            <p:cNvSpPr/>
            <p:nvPr/>
          </p:nvSpPr>
          <p:spPr bwMode="auto">
            <a:xfrm>
              <a:off x="9241920" y="1743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03" name="Google Shape;647;p8"/>
            <p:cNvSpPr/>
            <p:nvPr/>
          </p:nvSpPr>
          <p:spPr bwMode="auto">
            <a:xfrm>
              <a:off x="9265680" y="17683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04" name="Google Shape;648;p8"/>
            <p:cNvSpPr/>
            <p:nvPr/>
          </p:nvSpPr>
          <p:spPr bwMode="auto">
            <a:xfrm>
              <a:off x="7812720" y="153324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05" name="Google Shape;649;p8"/>
            <p:cNvSpPr/>
            <p:nvPr/>
          </p:nvSpPr>
          <p:spPr bwMode="auto">
            <a:xfrm>
              <a:off x="7836840" y="15580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911877072" name="Google Shape;650;p8"/>
          <p:cNvGrpSpPr/>
          <p:nvPr/>
        </p:nvGrpSpPr>
        <p:grpSpPr bwMode="auto">
          <a:xfrm>
            <a:off x="-184320" y="4536000"/>
            <a:ext cx="1520640" cy="301680"/>
            <a:chOff x="-184320" y="4536000"/>
            <a:chExt cx="1520640" cy="301680"/>
          </a:xfrm>
        </p:grpSpPr>
        <p:sp>
          <p:nvSpPr>
            <p:cNvPr id="2507" name="Google Shape;651;p8"/>
            <p:cNvSpPr/>
            <p:nvPr/>
          </p:nvSpPr>
          <p:spPr bwMode="auto">
            <a:xfrm rot="5400000">
              <a:off x="471960" y="401940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 stroke="1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08" name="Google Shape;652;p8"/>
            <p:cNvSpPr/>
            <p:nvPr/>
          </p:nvSpPr>
          <p:spPr bwMode="auto">
            <a:xfrm rot="5400000">
              <a:off x="1244880" y="4746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09" name="Google Shape;653;p8"/>
            <p:cNvSpPr/>
            <p:nvPr/>
          </p:nvSpPr>
          <p:spPr bwMode="auto">
            <a:xfrm rot="5400000">
              <a:off x="1269360" y="47703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10" name="Google Shape;654;p8"/>
            <p:cNvSpPr/>
            <p:nvPr/>
          </p:nvSpPr>
          <p:spPr bwMode="auto">
            <a:xfrm rot="5400000">
              <a:off x="-184320" y="4536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11" name="Google Shape;655;p8"/>
            <p:cNvSpPr/>
            <p:nvPr/>
          </p:nvSpPr>
          <p:spPr bwMode="auto">
            <a:xfrm rot="5400000">
              <a:off x="-160200" y="456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251455093" name="Google Shape;656;p8"/>
          <p:cNvSpPr/>
          <p:nvPr/>
        </p:nvSpPr>
        <p:spPr bwMode="auto">
          <a:xfrm rot="16199998" flipH="1">
            <a:off x="1059840" y="-1890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7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365912896" name="Google Shape;657;p8"/>
          <p:cNvGrpSpPr/>
          <p:nvPr/>
        </p:nvGrpSpPr>
        <p:grpSpPr bwMode="auto">
          <a:xfrm>
            <a:off x="8327880" y="172440"/>
            <a:ext cx="882720" cy="241560"/>
            <a:chOff x="8327880" y="172440"/>
            <a:chExt cx="882720" cy="241560"/>
          </a:xfrm>
        </p:grpSpPr>
        <p:sp>
          <p:nvSpPr>
            <p:cNvPr id="2514" name="Google Shape;658;p8"/>
            <p:cNvSpPr/>
            <p:nvPr/>
          </p:nvSpPr>
          <p:spPr bwMode="auto">
            <a:xfrm>
              <a:off x="8327880" y="1724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15" name="Google Shape;659;p8"/>
            <p:cNvSpPr/>
            <p:nvPr/>
          </p:nvSpPr>
          <p:spPr bwMode="auto">
            <a:xfrm>
              <a:off x="8475120" y="172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16" name="Google Shape;660;p8"/>
            <p:cNvSpPr/>
            <p:nvPr/>
          </p:nvSpPr>
          <p:spPr bwMode="auto">
            <a:xfrm>
              <a:off x="8621280" y="172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17" name="Google Shape;661;p8"/>
            <p:cNvSpPr/>
            <p:nvPr/>
          </p:nvSpPr>
          <p:spPr bwMode="auto">
            <a:xfrm>
              <a:off x="8767440" y="172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18" name="Google Shape;662;p8"/>
            <p:cNvSpPr/>
            <p:nvPr/>
          </p:nvSpPr>
          <p:spPr bwMode="auto">
            <a:xfrm>
              <a:off x="8913960" y="172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19" name="Google Shape;663;p8"/>
            <p:cNvSpPr/>
            <p:nvPr/>
          </p:nvSpPr>
          <p:spPr bwMode="auto">
            <a:xfrm>
              <a:off x="9060120" y="172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041993532" name="Google Shape;664;p8"/>
          <p:cNvGrpSpPr/>
          <p:nvPr/>
        </p:nvGrpSpPr>
        <p:grpSpPr bwMode="auto">
          <a:xfrm>
            <a:off x="-248040" y="1713600"/>
            <a:ext cx="883080" cy="241560"/>
            <a:chOff x="-248040" y="1713600"/>
            <a:chExt cx="883080" cy="241560"/>
          </a:xfrm>
        </p:grpSpPr>
        <p:sp>
          <p:nvSpPr>
            <p:cNvPr id="2521" name="Google Shape;665;p8"/>
            <p:cNvSpPr/>
            <p:nvPr/>
          </p:nvSpPr>
          <p:spPr bwMode="auto">
            <a:xfrm flipH="1">
              <a:off x="483120" y="1713600"/>
              <a:ext cx="151920" cy="241560"/>
            </a:xfrm>
            <a:custGeom>
              <a:avLst/>
              <a:gdLst>
                <a:gd name="textAreaLeft" fmla="*/ 360 w 151920"/>
                <a:gd name="textAreaRight" fmla="*/ 15264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22" name="Google Shape;666;p8"/>
            <p:cNvSpPr/>
            <p:nvPr/>
          </p:nvSpPr>
          <p:spPr bwMode="auto">
            <a:xfrm flipH="1">
              <a:off x="336960" y="171360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23" name="Google Shape;667;p8"/>
            <p:cNvSpPr/>
            <p:nvPr/>
          </p:nvSpPr>
          <p:spPr bwMode="auto">
            <a:xfrm flipH="1">
              <a:off x="190440" y="171360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24" name="Google Shape;668;p8"/>
            <p:cNvSpPr/>
            <p:nvPr/>
          </p:nvSpPr>
          <p:spPr bwMode="auto">
            <a:xfrm flipH="1">
              <a:off x="44280" y="171360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25" name="Google Shape;669;p8"/>
            <p:cNvSpPr/>
            <p:nvPr/>
          </p:nvSpPr>
          <p:spPr bwMode="auto">
            <a:xfrm flipH="1">
              <a:off x="-101880" y="1713600"/>
              <a:ext cx="150480" cy="241560"/>
            </a:xfrm>
            <a:custGeom>
              <a:avLst/>
              <a:gdLst>
                <a:gd name="textAreaLeft" fmla="*/ -360 w 150480"/>
                <a:gd name="textAreaRight" fmla="*/ 15048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26" name="Google Shape;670;p8"/>
            <p:cNvSpPr/>
            <p:nvPr/>
          </p:nvSpPr>
          <p:spPr bwMode="auto">
            <a:xfrm flipH="1">
              <a:off x="-248040" y="1713600"/>
              <a:ext cx="150480" cy="241560"/>
            </a:xfrm>
            <a:custGeom>
              <a:avLst/>
              <a:gdLst>
                <a:gd name="textAreaLeft" fmla="*/ -360 w 150480"/>
                <a:gd name="textAreaRight" fmla="*/ 15048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543234919" name="Google Shape;671;p8"/>
          <p:cNvGrpSpPr/>
          <p:nvPr/>
        </p:nvGrpSpPr>
        <p:grpSpPr bwMode="auto">
          <a:xfrm>
            <a:off x="4429800" y="-820440"/>
            <a:ext cx="296280" cy="1822320"/>
            <a:chOff x="4429800" y="-820440"/>
            <a:chExt cx="296280" cy="1822320"/>
          </a:xfrm>
        </p:grpSpPr>
        <p:sp>
          <p:nvSpPr>
            <p:cNvPr id="2528" name="Google Shape;672;p8"/>
            <p:cNvSpPr/>
            <p:nvPr/>
          </p:nvSpPr>
          <p:spPr bwMode="auto">
            <a:xfrm rot="16199998">
              <a:off x="3789000" y="-3348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29" name="Google Shape;673;p8"/>
            <p:cNvSpPr/>
            <p:nvPr/>
          </p:nvSpPr>
          <p:spPr bwMode="auto">
            <a:xfrm rot="16199998">
              <a:off x="4429800" y="3142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30" name="Google Shape;674;p8"/>
            <p:cNvSpPr/>
            <p:nvPr/>
          </p:nvSpPr>
          <p:spPr bwMode="auto">
            <a:xfrm rot="16199998">
              <a:off x="4454280" y="3384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 fill="norm" stroke="1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31" name="Google Shape;675;p8"/>
            <p:cNvSpPr/>
            <p:nvPr/>
          </p:nvSpPr>
          <p:spPr bwMode="auto">
            <a:xfrm rot="16199998">
              <a:off x="4529520" y="9104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32" name="Google Shape;676;p8"/>
            <p:cNvSpPr/>
            <p:nvPr/>
          </p:nvSpPr>
          <p:spPr bwMode="auto">
            <a:xfrm rot="16199998">
              <a:off x="4553640" y="9349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33" name="Google Shape;677;p8"/>
            <p:cNvSpPr/>
            <p:nvPr/>
          </p:nvSpPr>
          <p:spPr bwMode="auto">
            <a:xfrm rot="16199998">
              <a:off x="3996360" y="-34056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w="36417" h="5628" fill="none" stroke="1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SECTION_TITLE_AND_DESCRIPTION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0423562" name="Google Shape;679;p9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535" name="Google Shape;680;p9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36" name="Google Shape;681;p9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37" name="Google Shape;682;p9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38" name="Google Shape;683;p9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39" name="Google Shape;684;p9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40" name="Google Shape;685;p9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41" name="Google Shape;686;p9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42" name="Google Shape;687;p9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43" name="Google Shape;688;p9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44" name="Google Shape;689;p9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45" name="Google Shape;690;p9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46" name="Google Shape;691;p9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47" name="Google Shape;692;p9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48" name="Google Shape;693;p9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49" name="Google Shape;694;p9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50" name="Google Shape;695;p9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51" name="Google Shape;696;p9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52" name="Google Shape;697;p9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53" name="Google Shape;698;p9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54" name="Google Shape;699;p9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55" name="Google Shape;700;p9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56" name="Google Shape;701;p9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57" name="Google Shape;702;p9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58" name="Google Shape;703;p9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59" name="Google Shape;704;p9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60" name="Google Shape;705;p9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61" name="Google Shape;706;p9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62" name="Google Shape;707;p9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63" name="Google Shape;708;p9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64" name="Google Shape;709;p9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65" name="Google Shape;710;p9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66" name="Google Shape;711;p9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67" name="Google Shape;712;p9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68" name="Google Shape;713;p9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69" name="Google Shape;714;p9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70" name="Google Shape;715;p9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71" name="Google Shape;716;p9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72" name="Google Shape;717;p9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159415670" name="PlaceHolder 1"/>
          <p:cNvSpPr>
            <a:spLocks noGrp="1"/>
          </p:cNvSpPr>
          <p:nvPr>
            <p:ph type="title"/>
          </p:nvPr>
        </p:nvSpPr>
        <p:spPr bwMode="auto">
          <a:xfrm>
            <a:off x="1656720" y="1241280"/>
            <a:ext cx="5829840" cy="116892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Autofit/>
          </a:bodyPr>
          <a:p>
            <a:pPr indent="0">
              <a:buNone/>
              <a:defRPr/>
            </a:pPr>
            <a:r>
              <a:rPr lang="fr-FR" sz="32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40883630" name="Google Shape;720;p9"/>
          <p:cNvSpPr/>
          <p:nvPr/>
        </p:nvSpPr>
        <p:spPr bwMode="auto">
          <a:xfrm rot="16199998">
            <a:off x="348840" y="258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573262886" name="Google Shape;721;p9"/>
          <p:cNvGrpSpPr/>
          <p:nvPr/>
        </p:nvGrpSpPr>
        <p:grpSpPr bwMode="auto">
          <a:xfrm>
            <a:off x="360" y="779760"/>
            <a:ext cx="882720" cy="241560"/>
            <a:chOff x="360" y="779760"/>
            <a:chExt cx="882720" cy="241560"/>
          </a:xfrm>
        </p:grpSpPr>
        <p:sp>
          <p:nvSpPr>
            <p:cNvPr id="2576" name="Google Shape;722;p9"/>
            <p:cNvSpPr/>
            <p:nvPr/>
          </p:nvSpPr>
          <p:spPr bwMode="auto">
            <a:xfrm rot="10800000">
              <a:off x="731160" y="7797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77" name="Google Shape;723;p9"/>
            <p:cNvSpPr/>
            <p:nvPr/>
          </p:nvSpPr>
          <p:spPr bwMode="auto">
            <a:xfrm rot="10800000">
              <a:off x="585360" y="7797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78" name="Google Shape;724;p9"/>
            <p:cNvSpPr/>
            <p:nvPr/>
          </p:nvSpPr>
          <p:spPr bwMode="auto">
            <a:xfrm rot="10800000">
              <a:off x="439200" y="7797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79" name="Google Shape;725;p9"/>
            <p:cNvSpPr/>
            <p:nvPr/>
          </p:nvSpPr>
          <p:spPr bwMode="auto">
            <a:xfrm rot="10800000">
              <a:off x="293040" y="7797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80" name="Google Shape;726;p9"/>
            <p:cNvSpPr/>
            <p:nvPr/>
          </p:nvSpPr>
          <p:spPr bwMode="auto">
            <a:xfrm rot="10800000">
              <a:off x="146880" y="7797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81" name="Google Shape;727;p9"/>
            <p:cNvSpPr/>
            <p:nvPr/>
          </p:nvSpPr>
          <p:spPr bwMode="auto">
            <a:xfrm rot="10800000">
              <a:off x="360" y="7797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442522304" name="Google Shape;728;p9"/>
          <p:cNvSpPr/>
          <p:nvPr/>
        </p:nvSpPr>
        <p:spPr bwMode="auto">
          <a:xfrm rot="5400000">
            <a:off x="1495800" y="-491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762764429" name="Google Shape;729;p9"/>
          <p:cNvSpPr/>
          <p:nvPr/>
        </p:nvSpPr>
        <p:spPr bwMode="auto">
          <a:xfrm rot="5400000">
            <a:off x="1775160" y="-1890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657080543" name="Google Shape;730;p9"/>
          <p:cNvSpPr/>
          <p:nvPr/>
        </p:nvSpPr>
        <p:spPr bwMode="auto">
          <a:xfrm>
            <a:off x="855720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2089061944" name="Google Shape;731;p9"/>
          <p:cNvGrpSpPr/>
          <p:nvPr/>
        </p:nvGrpSpPr>
        <p:grpSpPr bwMode="auto">
          <a:xfrm>
            <a:off x="-1414440" y="3287160"/>
            <a:ext cx="2297520" cy="347040"/>
            <a:chOff x="-1414440" y="3287160"/>
            <a:chExt cx="2297520" cy="347040"/>
          </a:xfrm>
        </p:grpSpPr>
        <p:sp>
          <p:nvSpPr>
            <p:cNvPr id="2586" name="Google Shape;732;p9"/>
            <p:cNvSpPr/>
            <p:nvPr/>
          </p:nvSpPr>
          <p:spPr bwMode="auto">
            <a:xfrm>
              <a:off x="-1414440" y="3566519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87" name="Google Shape;733;p9"/>
            <p:cNvSpPr/>
            <p:nvPr/>
          </p:nvSpPr>
          <p:spPr bwMode="auto">
            <a:xfrm>
              <a:off x="-1111320" y="32871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750332192" name="Google Shape;734;p9"/>
          <p:cNvGrpSpPr/>
          <p:nvPr/>
        </p:nvGrpSpPr>
        <p:grpSpPr bwMode="auto">
          <a:xfrm>
            <a:off x="5512680" y="-116280"/>
            <a:ext cx="1520280" cy="301320"/>
            <a:chOff x="5512680" y="-116280"/>
            <a:chExt cx="1520280" cy="301320"/>
          </a:xfrm>
        </p:grpSpPr>
        <p:sp>
          <p:nvSpPr>
            <p:cNvPr id="2589" name="Google Shape;735;p9"/>
            <p:cNvSpPr/>
            <p:nvPr/>
          </p:nvSpPr>
          <p:spPr bwMode="auto">
            <a:xfrm>
              <a:off x="5605920" y="-698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90" name="Google Shape;736;p9"/>
            <p:cNvSpPr/>
            <p:nvPr/>
          </p:nvSpPr>
          <p:spPr bwMode="auto">
            <a:xfrm>
              <a:off x="6941520" y="93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91" name="Google Shape;737;p9"/>
            <p:cNvSpPr/>
            <p:nvPr/>
          </p:nvSpPr>
          <p:spPr bwMode="auto">
            <a:xfrm>
              <a:off x="6965640" y="1184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92" name="Google Shape;738;p9"/>
            <p:cNvSpPr/>
            <p:nvPr/>
          </p:nvSpPr>
          <p:spPr bwMode="auto">
            <a:xfrm>
              <a:off x="5512680" y="-11628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93" name="Google Shape;739;p9"/>
            <p:cNvSpPr/>
            <p:nvPr/>
          </p:nvSpPr>
          <p:spPr bwMode="auto">
            <a:xfrm>
              <a:off x="5536440" y="-914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76033953" name="Google Shape;740;p9"/>
          <p:cNvGrpSpPr/>
          <p:nvPr/>
        </p:nvGrpSpPr>
        <p:grpSpPr bwMode="auto">
          <a:xfrm>
            <a:off x="7918560" y="1923480"/>
            <a:ext cx="1822680" cy="296640"/>
            <a:chOff x="7918560" y="1923480"/>
            <a:chExt cx="1822680" cy="296640"/>
          </a:xfrm>
        </p:grpSpPr>
        <p:sp>
          <p:nvSpPr>
            <p:cNvPr id="2595" name="Google Shape;741;p9"/>
            <p:cNvSpPr/>
            <p:nvPr/>
          </p:nvSpPr>
          <p:spPr bwMode="auto">
            <a:xfrm flipV="1">
              <a:off x="8017560" y="19231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96" name="Google Shape;742;p9"/>
            <p:cNvSpPr/>
            <p:nvPr/>
          </p:nvSpPr>
          <p:spPr bwMode="auto">
            <a:xfrm flipV="1">
              <a:off x="8514720" y="21286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97" name="Google Shape;743;p9"/>
            <p:cNvSpPr/>
            <p:nvPr/>
          </p:nvSpPr>
          <p:spPr bwMode="auto">
            <a:xfrm flipV="1">
              <a:off x="8539560" y="21524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 fill="norm" stroke="1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98" name="Google Shape;744;p9"/>
            <p:cNvSpPr/>
            <p:nvPr/>
          </p:nvSpPr>
          <p:spPr bwMode="auto">
            <a:xfrm flipV="1">
              <a:off x="7918560" y="20289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99" name="Google Shape;745;p9"/>
            <p:cNvSpPr/>
            <p:nvPr/>
          </p:nvSpPr>
          <p:spPr bwMode="auto">
            <a:xfrm flipV="1">
              <a:off x="7943400" y="20530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00" name="Google Shape;746;p9"/>
            <p:cNvSpPr/>
            <p:nvPr/>
          </p:nvSpPr>
          <p:spPr bwMode="auto">
            <a:xfrm flipV="1">
              <a:off x="8606880" y="199872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w="36417" h="5628" fill="none" stroke="1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56038455" name="Google Shape;747;p9"/>
          <p:cNvGrpSpPr/>
          <p:nvPr/>
        </p:nvGrpSpPr>
        <p:grpSpPr bwMode="auto">
          <a:xfrm>
            <a:off x="-799200" y="2157840"/>
            <a:ext cx="1822320" cy="196560"/>
            <a:chOff x="-799200" y="2157840"/>
            <a:chExt cx="1822320" cy="196560"/>
          </a:xfrm>
        </p:grpSpPr>
        <p:sp>
          <p:nvSpPr>
            <p:cNvPr id="2602" name="Google Shape;748;p9"/>
            <p:cNvSpPr/>
            <p:nvPr/>
          </p:nvSpPr>
          <p:spPr bwMode="auto">
            <a:xfrm flipH="1">
              <a:off x="-799200" y="220428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03" name="Google Shape;749;p9"/>
            <p:cNvSpPr/>
            <p:nvPr/>
          </p:nvSpPr>
          <p:spPr bwMode="auto">
            <a:xfrm flipH="1">
              <a:off x="931680" y="21578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04" name="Google Shape;750;p9"/>
            <p:cNvSpPr/>
            <p:nvPr/>
          </p:nvSpPr>
          <p:spPr bwMode="auto">
            <a:xfrm flipH="1">
              <a:off x="955080" y="218268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956444554" name="Google Shape;751;p9"/>
          <p:cNvGrpSpPr/>
          <p:nvPr/>
        </p:nvGrpSpPr>
        <p:grpSpPr bwMode="auto">
          <a:xfrm>
            <a:off x="8331120" y="3180240"/>
            <a:ext cx="1105920" cy="133560"/>
            <a:chOff x="8331120" y="3180240"/>
            <a:chExt cx="1105920" cy="133560"/>
          </a:xfrm>
        </p:grpSpPr>
        <p:grpSp>
          <p:nvGrpSpPr>
            <p:cNvPr id="2606" name="Google Shape;752;p9"/>
            <p:cNvGrpSpPr/>
            <p:nvPr/>
          </p:nvGrpSpPr>
          <p:grpSpPr bwMode="auto">
            <a:xfrm>
              <a:off x="8331120" y="3263040"/>
              <a:ext cx="883080" cy="50760"/>
              <a:chOff x="8331120" y="3263040"/>
              <a:chExt cx="883080" cy="50760"/>
            </a:xfrm>
          </p:grpSpPr>
          <p:sp>
            <p:nvSpPr>
              <p:cNvPr id="2607" name="Google Shape;753;p9"/>
              <p:cNvSpPr/>
              <p:nvPr/>
            </p:nvSpPr>
            <p:spPr bwMode="auto">
              <a:xfrm>
                <a:off x="833112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08" name="Google Shape;754;p9"/>
              <p:cNvSpPr/>
              <p:nvPr/>
            </p:nvSpPr>
            <p:spPr bwMode="auto">
              <a:xfrm>
                <a:off x="842364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09" name="Google Shape;755;p9"/>
              <p:cNvSpPr/>
              <p:nvPr/>
            </p:nvSpPr>
            <p:spPr bwMode="auto">
              <a:xfrm>
                <a:off x="851616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10" name="Google Shape;756;p9"/>
              <p:cNvSpPr/>
              <p:nvPr/>
            </p:nvSpPr>
            <p:spPr bwMode="auto">
              <a:xfrm>
                <a:off x="860868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11" name="Google Shape;757;p9"/>
              <p:cNvSpPr/>
              <p:nvPr/>
            </p:nvSpPr>
            <p:spPr bwMode="auto">
              <a:xfrm>
                <a:off x="870120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12" name="Google Shape;758;p9"/>
              <p:cNvSpPr/>
              <p:nvPr/>
            </p:nvSpPr>
            <p:spPr bwMode="auto">
              <a:xfrm>
                <a:off x="879372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13" name="Google Shape;759;p9"/>
              <p:cNvSpPr/>
              <p:nvPr/>
            </p:nvSpPr>
            <p:spPr bwMode="auto">
              <a:xfrm>
                <a:off x="888624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14" name="Google Shape;760;p9"/>
              <p:cNvSpPr/>
              <p:nvPr/>
            </p:nvSpPr>
            <p:spPr bwMode="auto">
              <a:xfrm>
                <a:off x="897840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15" name="Google Shape;761;p9"/>
              <p:cNvSpPr/>
              <p:nvPr/>
            </p:nvSpPr>
            <p:spPr bwMode="auto">
              <a:xfrm>
                <a:off x="907092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16" name="Google Shape;762;p9"/>
              <p:cNvSpPr/>
              <p:nvPr/>
            </p:nvSpPr>
            <p:spPr bwMode="auto">
              <a:xfrm>
                <a:off x="916344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617" name="Google Shape;763;p9"/>
            <p:cNvGrpSpPr/>
            <p:nvPr/>
          </p:nvGrpSpPr>
          <p:grpSpPr bwMode="auto">
            <a:xfrm>
              <a:off x="8553960" y="3180240"/>
              <a:ext cx="883080" cy="50760"/>
              <a:chOff x="8553960" y="3180240"/>
              <a:chExt cx="883080" cy="50760"/>
            </a:xfrm>
          </p:grpSpPr>
          <p:sp>
            <p:nvSpPr>
              <p:cNvPr id="2618" name="Google Shape;764;p9"/>
              <p:cNvSpPr/>
              <p:nvPr/>
            </p:nvSpPr>
            <p:spPr bwMode="auto">
              <a:xfrm>
                <a:off x="855396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19" name="Google Shape;765;p9"/>
              <p:cNvSpPr/>
              <p:nvPr/>
            </p:nvSpPr>
            <p:spPr bwMode="auto">
              <a:xfrm>
                <a:off x="864648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20" name="Google Shape;766;p9"/>
              <p:cNvSpPr/>
              <p:nvPr/>
            </p:nvSpPr>
            <p:spPr bwMode="auto">
              <a:xfrm>
                <a:off x="873900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21" name="Google Shape;767;p9"/>
              <p:cNvSpPr/>
              <p:nvPr/>
            </p:nvSpPr>
            <p:spPr bwMode="auto">
              <a:xfrm>
                <a:off x="883152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22" name="Google Shape;768;p9"/>
              <p:cNvSpPr/>
              <p:nvPr/>
            </p:nvSpPr>
            <p:spPr bwMode="auto">
              <a:xfrm>
                <a:off x="892368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23" name="Google Shape;769;p9"/>
              <p:cNvSpPr/>
              <p:nvPr/>
            </p:nvSpPr>
            <p:spPr bwMode="auto">
              <a:xfrm>
                <a:off x="901620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24" name="Google Shape;770;p9"/>
              <p:cNvSpPr/>
              <p:nvPr/>
            </p:nvSpPr>
            <p:spPr bwMode="auto">
              <a:xfrm>
                <a:off x="910872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25" name="Google Shape;771;p9"/>
              <p:cNvSpPr/>
              <p:nvPr/>
            </p:nvSpPr>
            <p:spPr bwMode="auto">
              <a:xfrm>
                <a:off x="920124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26" name="Google Shape;772;p9"/>
              <p:cNvSpPr/>
              <p:nvPr/>
            </p:nvSpPr>
            <p:spPr bwMode="auto">
              <a:xfrm>
                <a:off x="929376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27" name="Google Shape;773;p9"/>
              <p:cNvSpPr/>
              <p:nvPr/>
            </p:nvSpPr>
            <p:spPr bwMode="auto">
              <a:xfrm>
                <a:off x="938628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990161258" name="Google Shape;774;p9"/>
          <p:cNvGrpSpPr/>
          <p:nvPr/>
        </p:nvGrpSpPr>
        <p:grpSpPr bwMode="auto">
          <a:xfrm>
            <a:off x="-141480" y="4515120"/>
            <a:ext cx="552600" cy="98640"/>
            <a:chOff x="-141480" y="4515120"/>
            <a:chExt cx="552600" cy="98640"/>
          </a:xfrm>
        </p:grpSpPr>
        <p:sp>
          <p:nvSpPr>
            <p:cNvPr id="2629" name="Google Shape;775;p9"/>
            <p:cNvSpPr/>
            <p:nvPr/>
          </p:nvSpPr>
          <p:spPr bwMode="auto">
            <a:xfrm rot="5400000">
              <a:off x="312480" y="45151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30" name="Google Shape;776;p9"/>
            <p:cNvSpPr/>
            <p:nvPr/>
          </p:nvSpPr>
          <p:spPr bwMode="auto">
            <a:xfrm rot="5400000">
              <a:off x="339120" y="45421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31" name="Google Shape;777;p9"/>
            <p:cNvSpPr/>
            <p:nvPr/>
          </p:nvSpPr>
          <p:spPr bwMode="auto">
            <a:xfrm rot="5400000">
              <a:off x="-141480" y="45183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32" name="Google Shape;778;p9"/>
            <p:cNvSpPr/>
            <p:nvPr/>
          </p:nvSpPr>
          <p:spPr bwMode="auto">
            <a:xfrm rot="5400000">
              <a:off x="-117720" y="45421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33" name="Google Shape;779;p9"/>
            <p:cNvSpPr/>
            <p:nvPr/>
          </p:nvSpPr>
          <p:spPr bwMode="auto">
            <a:xfrm rot="5400000">
              <a:off x="134640" y="43794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643878561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APTION_ONLY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580489" name="PlaceHolder 1"/>
          <p:cNvSpPr>
            <a:spLocks noGrp="1"/>
          </p:cNvSpPr>
          <p:nvPr>
            <p:ph type="body"/>
          </p:nvPr>
        </p:nvSpPr>
        <p:spPr bwMode="auto">
          <a:xfrm>
            <a:off x="1109520" y="4079160"/>
            <a:ext cx="6924600" cy="449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4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fr-FR" sz="2400" b="0" u="none" strike="noStrike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fr-FR" sz="24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lang="fr-FR" sz="2400" b="0" u="none" strike="noStrike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lang="fr-FR" sz="2400" b="0" u="none" strike="noStrike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fr-FR" sz="24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lang="fr-FR" sz="2400" b="0" u="none" strike="noStrike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4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lang="fr-FR" sz="2400" b="0" u="none" strike="noStrike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4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lang="fr-FR" sz="2400" b="0" u="none" strike="noStrike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4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lang="fr-FR" sz="2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simple-light-2">
    <p:bg>
      <p:bgPr shadeToTitle="0">
        <a:solidFill>
          <a:srgbClr val="0E2A4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USTOM">
    <p:bg>
      <p:bgPr shadeToTitle="0">
        <a:solidFill>
          <a:srgbClr val="0E2A4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246380" name="PlaceHolder 1"/>
          <p:cNvSpPr>
            <a:spLocks noGrp="1"/>
          </p:cNvSpPr>
          <p:nvPr>
            <p:ph type="title"/>
          </p:nvPr>
        </p:nvSpPr>
        <p:spPr bwMode="auto">
          <a:xfrm>
            <a:off x="1048320" y="324000"/>
            <a:ext cx="70470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  <a:defRPr/>
            </a:pPr>
            <a:r>
              <a:rPr lang="fr-FR" sz="24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24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<Relationship Id="rId26" Type="http://schemas.openxmlformats.org/officeDocument/2006/relationships/theme" Target="../theme/theme3.xml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7303098" name="Google Shape;9;p2"/>
          <p:cNvGrpSpPr/>
          <p:nvPr/>
        </p:nvGrpSpPr>
        <p:grpSpPr bwMode="auto"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" name="Google Shape;10;p2"/>
            <p:cNvSpPr/>
            <p:nvPr/>
          </p:nvSpPr>
          <p:spPr bwMode="auto"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" name="Google Shape;11;p2"/>
            <p:cNvSpPr/>
            <p:nvPr/>
          </p:nvSpPr>
          <p:spPr bwMode="auto"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" name="Google Shape;12;p2"/>
            <p:cNvSpPr/>
            <p:nvPr/>
          </p:nvSpPr>
          <p:spPr bwMode="auto"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" name="Google Shape;13;p2"/>
            <p:cNvSpPr/>
            <p:nvPr/>
          </p:nvSpPr>
          <p:spPr bwMode="auto"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" name="Google Shape;14;p2"/>
            <p:cNvSpPr/>
            <p:nvPr/>
          </p:nvSpPr>
          <p:spPr bwMode="auto"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" name="Google Shape;15;p2"/>
            <p:cNvSpPr/>
            <p:nvPr/>
          </p:nvSpPr>
          <p:spPr bwMode="auto"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" name="Google Shape;16;p2"/>
            <p:cNvSpPr/>
            <p:nvPr/>
          </p:nvSpPr>
          <p:spPr bwMode="auto"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" name="Google Shape;17;p2"/>
            <p:cNvSpPr/>
            <p:nvPr/>
          </p:nvSpPr>
          <p:spPr bwMode="auto"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" name="Google Shape;18;p2"/>
            <p:cNvSpPr/>
            <p:nvPr/>
          </p:nvSpPr>
          <p:spPr bwMode="auto"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" name="Google Shape;19;p2"/>
            <p:cNvSpPr/>
            <p:nvPr/>
          </p:nvSpPr>
          <p:spPr bwMode="auto"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" name="Google Shape;20;p2"/>
            <p:cNvSpPr/>
            <p:nvPr/>
          </p:nvSpPr>
          <p:spPr bwMode="auto"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" name="Google Shape;21;p2"/>
            <p:cNvSpPr/>
            <p:nvPr/>
          </p:nvSpPr>
          <p:spPr bwMode="auto"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" name="Google Shape;22;p2"/>
            <p:cNvSpPr/>
            <p:nvPr/>
          </p:nvSpPr>
          <p:spPr bwMode="auto"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" name="Google Shape;23;p2"/>
            <p:cNvSpPr/>
            <p:nvPr/>
          </p:nvSpPr>
          <p:spPr bwMode="auto"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" name="Google Shape;24;p2"/>
            <p:cNvSpPr/>
            <p:nvPr/>
          </p:nvSpPr>
          <p:spPr bwMode="auto"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" name="Google Shape;25;p2"/>
            <p:cNvSpPr/>
            <p:nvPr/>
          </p:nvSpPr>
          <p:spPr bwMode="auto"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" name="Google Shape;26;p2"/>
            <p:cNvSpPr/>
            <p:nvPr/>
          </p:nvSpPr>
          <p:spPr bwMode="auto"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" name="Google Shape;27;p2"/>
            <p:cNvSpPr/>
            <p:nvPr/>
          </p:nvSpPr>
          <p:spPr bwMode="auto"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" name="Google Shape;28;p2"/>
            <p:cNvSpPr/>
            <p:nvPr/>
          </p:nvSpPr>
          <p:spPr bwMode="auto"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" name="Google Shape;29;p2"/>
            <p:cNvSpPr/>
            <p:nvPr/>
          </p:nvSpPr>
          <p:spPr bwMode="auto"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" name="Google Shape;30;p2"/>
            <p:cNvSpPr/>
            <p:nvPr/>
          </p:nvSpPr>
          <p:spPr bwMode="auto"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" name="Google Shape;31;p2"/>
            <p:cNvSpPr/>
            <p:nvPr/>
          </p:nvSpPr>
          <p:spPr bwMode="auto"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" name="Google Shape;32;p2"/>
            <p:cNvSpPr/>
            <p:nvPr/>
          </p:nvSpPr>
          <p:spPr bwMode="auto"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" name="Google Shape;33;p2"/>
            <p:cNvSpPr/>
            <p:nvPr/>
          </p:nvSpPr>
          <p:spPr bwMode="auto"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" name="Google Shape;34;p2"/>
            <p:cNvSpPr/>
            <p:nvPr/>
          </p:nvSpPr>
          <p:spPr bwMode="auto"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" name="Google Shape;35;p2"/>
            <p:cNvSpPr/>
            <p:nvPr/>
          </p:nvSpPr>
          <p:spPr bwMode="auto"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" name="Google Shape;36;p2"/>
            <p:cNvSpPr/>
            <p:nvPr/>
          </p:nvSpPr>
          <p:spPr bwMode="auto"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8" name="Google Shape;37;p2"/>
            <p:cNvSpPr/>
            <p:nvPr/>
          </p:nvSpPr>
          <p:spPr bwMode="auto"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" name="Google Shape;38;p2"/>
            <p:cNvSpPr/>
            <p:nvPr/>
          </p:nvSpPr>
          <p:spPr bwMode="auto"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0" name="Google Shape;39;p2"/>
            <p:cNvSpPr/>
            <p:nvPr/>
          </p:nvSpPr>
          <p:spPr bwMode="auto"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1" name="Google Shape;40;p2"/>
            <p:cNvSpPr/>
            <p:nvPr/>
          </p:nvSpPr>
          <p:spPr bwMode="auto"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2" name="Google Shape;41;p2"/>
            <p:cNvSpPr/>
            <p:nvPr/>
          </p:nvSpPr>
          <p:spPr bwMode="auto"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3" name="Google Shape;42;p2"/>
            <p:cNvSpPr/>
            <p:nvPr/>
          </p:nvSpPr>
          <p:spPr bwMode="auto"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4" name="Google Shape;43;p2"/>
            <p:cNvSpPr/>
            <p:nvPr/>
          </p:nvSpPr>
          <p:spPr bwMode="auto"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5" name="Google Shape;44;p2"/>
            <p:cNvSpPr/>
            <p:nvPr/>
          </p:nvSpPr>
          <p:spPr bwMode="auto"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6" name="Google Shape;45;p2"/>
            <p:cNvSpPr/>
            <p:nvPr/>
          </p:nvSpPr>
          <p:spPr bwMode="auto"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7" name="Google Shape;46;p2"/>
            <p:cNvSpPr/>
            <p:nvPr/>
          </p:nvSpPr>
          <p:spPr bwMode="auto"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8" name="Google Shape;47;p2"/>
            <p:cNvSpPr/>
            <p:nvPr/>
          </p:nvSpPr>
          <p:spPr bwMode="auto"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 fill="norm" stroke="1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99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54718209" name="PlaceHolder 1"/>
          <p:cNvSpPr>
            <a:spLocks noGrp="1"/>
          </p:cNvSpPr>
          <p:nvPr>
            <p:ph type="title"/>
          </p:nvPr>
        </p:nvSpPr>
        <p:spPr bwMode="auto">
          <a:xfrm>
            <a:off x="1317600" y="1132200"/>
            <a:ext cx="6508440" cy="199836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38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>
              <a:buNone/>
              <a:defRPr/>
            </a:pPr>
            <a:r>
              <a:rPr lang="fr-FR" sz="6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6500" b="0" u="none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056989260" name="Google Shape;50;p2"/>
          <p:cNvGrpSpPr/>
          <p:nvPr/>
        </p:nvGrpSpPr>
        <p:grpSpPr bwMode="auto"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41" name="Google Shape;51;p2"/>
            <p:cNvSpPr/>
            <p:nvPr/>
          </p:nvSpPr>
          <p:spPr bwMode="auto">
            <a:xfrm rot="16199998">
              <a:off x="348840" y="25848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42" name="Google Shape;52;p2"/>
            <p:cNvGrpSpPr/>
            <p:nvPr/>
          </p:nvGrpSpPr>
          <p:grpSpPr bwMode="auto"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43" name="Google Shape;53;p2"/>
              <p:cNvSpPr/>
              <p:nvPr/>
            </p:nvSpPr>
            <p:spPr bwMode="auto">
              <a:xfrm rot="10800000">
                <a:off x="731160" y="7797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 fill="norm" stroke="1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4" name="Google Shape;54;p2"/>
              <p:cNvSpPr/>
              <p:nvPr/>
            </p:nvSpPr>
            <p:spPr bwMode="auto">
              <a:xfrm rot="10800000">
                <a:off x="585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5" name="Google Shape;55;p2"/>
              <p:cNvSpPr/>
              <p:nvPr/>
            </p:nvSpPr>
            <p:spPr bwMode="auto">
              <a:xfrm rot="10800000">
                <a:off x="43920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6" name="Google Shape;56;p2"/>
              <p:cNvSpPr/>
              <p:nvPr/>
            </p:nvSpPr>
            <p:spPr bwMode="auto">
              <a:xfrm rot="10800000">
                <a:off x="29304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7" name="Google Shape;57;p2"/>
              <p:cNvSpPr/>
              <p:nvPr/>
            </p:nvSpPr>
            <p:spPr bwMode="auto">
              <a:xfrm rot="10800000">
                <a:off x="14688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8" name="Google Shape;58;p2"/>
              <p:cNvSpPr/>
              <p:nvPr/>
            </p:nvSpPr>
            <p:spPr bwMode="auto">
              <a:xfrm rot="10800000">
                <a:off x="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 fill="norm" stroke="1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137736357" name="Google Shape;59;p2"/>
          <p:cNvGrpSpPr/>
          <p:nvPr/>
        </p:nvGrpSpPr>
        <p:grpSpPr bwMode="auto"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50" name="Google Shape;60;p2"/>
            <p:cNvSpPr/>
            <p:nvPr/>
          </p:nvSpPr>
          <p:spPr bwMode="auto"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" name="Google Shape;61;p2"/>
            <p:cNvSpPr/>
            <p:nvPr/>
          </p:nvSpPr>
          <p:spPr bwMode="auto"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" name="Google Shape;62;p2"/>
            <p:cNvSpPr/>
            <p:nvPr/>
          </p:nvSpPr>
          <p:spPr bwMode="auto"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3" name="Google Shape;63;p2"/>
            <p:cNvSpPr/>
            <p:nvPr/>
          </p:nvSpPr>
          <p:spPr bwMode="auto"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" name="Google Shape;64;p2"/>
            <p:cNvSpPr/>
            <p:nvPr/>
          </p:nvSpPr>
          <p:spPr bwMode="auto"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971847468" name="Google Shape;65;p2"/>
          <p:cNvGrpSpPr/>
          <p:nvPr/>
        </p:nvGrpSpPr>
        <p:grpSpPr bwMode="auto">
          <a:xfrm>
            <a:off x="-1414440" y="3058560"/>
            <a:ext cx="2297520" cy="347040"/>
            <a:chOff x="-1414440" y="3058560"/>
            <a:chExt cx="2297520" cy="347040"/>
          </a:xfrm>
        </p:grpSpPr>
        <p:sp>
          <p:nvSpPr>
            <p:cNvPr id="56" name="Google Shape;66;p2"/>
            <p:cNvSpPr/>
            <p:nvPr/>
          </p:nvSpPr>
          <p:spPr bwMode="auto">
            <a:xfrm>
              <a:off x="-1414440" y="33379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" name="Google Shape;67;p2"/>
            <p:cNvSpPr/>
            <p:nvPr/>
          </p:nvSpPr>
          <p:spPr bwMode="auto">
            <a:xfrm>
              <a:off x="-1111320" y="30585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250629343" name="Google Shape;68;p2"/>
          <p:cNvGrpSpPr/>
          <p:nvPr/>
        </p:nvGrpSpPr>
        <p:grpSpPr bwMode="auto">
          <a:xfrm>
            <a:off x="-799200" y="4138920"/>
            <a:ext cx="1822320" cy="196560"/>
            <a:chOff x="-799200" y="4138920"/>
            <a:chExt cx="1822320" cy="196560"/>
          </a:xfrm>
        </p:grpSpPr>
        <p:sp>
          <p:nvSpPr>
            <p:cNvPr id="59" name="Google Shape;69;p2"/>
            <p:cNvSpPr/>
            <p:nvPr/>
          </p:nvSpPr>
          <p:spPr bwMode="auto">
            <a:xfrm flipH="1">
              <a:off x="-799200" y="418536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0" name="Google Shape;70;p2"/>
            <p:cNvSpPr/>
            <p:nvPr/>
          </p:nvSpPr>
          <p:spPr bwMode="auto">
            <a:xfrm flipH="1">
              <a:off x="931680" y="413892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1" name="Google Shape;71;p2"/>
            <p:cNvSpPr/>
            <p:nvPr/>
          </p:nvSpPr>
          <p:spPr bwMode="auto">
            <a:xfrm flipH="1">
              <a:off x="955080" y="416376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947645099" name="Google Shape;72;p2"/>
          <p:cNvSpPr/>
          <p:nvPr/>
        </p:nvSpPr>
        <p:spPr bwMode="auto">
          <a:xfrm rot="10800000">
            <a:off x="8028000" y="24793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930738464" name="Google Shape;73;p2"/>
          <p:cNvSpPr/>
          <p:nvPr/>
        </p:nvSpPr>
        <p:spPr bwMode="auto">
          <a:xfrm rot="10800000">
            <a:off x="85575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870489222" name="Google Shape;74;p2"/>
          <p:cNvSpPr/>
          <p:nvPr/>
        </p:nvSpPr>
        <p:spPr bwMode="auto"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862399427" name="Google Shape;75;p2"/>
          <p:cNvGrpSpPr/>
          <p:nvPr/>
        </p:nvGrpSpPr>
        <p:grpSpPr bwMode="auto">
          <a:xfrm>
            <a:off x="7812720" y="997920"/>
            <a:ext cx="1520640" cy="301680"/>
            <a:chOff x="7812720" y="997920"/>
            <a:chExt cx="1520640" cy="301680"/>
          </a:xfrm>
        </p:grpSpPr>
        <p:sp>
          <p:nvSpPr>
            <p:cNvPr id="66" name="Google Shape;76;p2"/>
            <p:cNvSpPr/>
            <p:nvPr/>
          </p:nvSpPr>
          <p:spPr bwMode="auto">
            <a:xfrm>
              <a:off x="7906320" y="10443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7" name="Google Shape;77;p2"/>
            <p:cNvSpPr/>
            <p:nvPr/>
          </p:nvSpPr>
          <p:spPr bwMode="auto">
            <a:xfrm>
              <a:off x="9241920" y="12081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8" name="Google Shape;78;p2"/>
            <p:cNvSpPr/>
            <p:nvPr/>
          </p:nvSpPr>
          <p:spPr bwMode="auto">
            <a:xfrm>
              <a:off x="9265680" y="12326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9" name="Google Shape;79;p2"/>
            <p:cNvSpPr/>
            <p:nvPr/>
          </p:nvSpPr>
          <p:spPr bwMode="auto">
            <a:xfrm>
              <a:off x="7812720" y="9979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0" name="Google Shape;80;p2"/>
            <p:cNvSpPr/>
            <p:nvPr/>
          </p:nvSpPr>
          <p:spPr bwMode="auto">
            <a:xfrm>
              <a:off x="7836840" y="10227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590307699" name="Google Shape;81;p2"/>
          <p:cNvGrpSpPr/>
          <p:nvPr/>
        </p:nvGrpSpPr>
        <p:grpSpPr bwMode="auto">
          <a:xfrm>
            <a:off x="8496000" y="1713600"/>
            <a:ext cx="882720" cy="241560"/>
            <a:chOff x="8496000" y="1713600"/>
            <a:chExt cx="882720" cy="241560"/>
          </a:xfrm>
        </p:grpSpPr>
        <p:sp>
          <p:nvSpPr>
            <p:cNvPr id="72" name="Google Shape;82;p2"/>
            <p:cNvSpPr/>
            <p:nvPr/>
          </p:nvSpPr>
          <p:spPr bwMode="auto">
            <a:xfrm>
              <a:off x="8496000" y="171360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3" name="Google Shape;83;p2"/>
            <p:cNvSpPr/>
            <p:nvPr/>
          </p:nvSpPr>
          <p:spPr bwMode="auto">
            <a:xfrm>
              <a:off x="864324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4" name="Google Shape;84;p2"/>
            <p:cNvSpPr/>
            <p:nvPr/>
          </p:nvSpPr>
          <p:spPr bwMode="auto">
            <a:xfrm>
              <a:off x="878976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5" name="Google Shape;85;p2"/>
            <p:cNvSpPr/>
            <p:nvPr/>
          </p:nvSpPr>
          <p:spPr bwMode="auto">
            <a:xfrm>
              <a:off x="893592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6" name="Google Shape;86;p2"/>
            <p:cNvSpPr/>
            <p:nvPr/>
          </p:nvSpPr>
          <p:spPr bwMode="auto">
            <a:xfrm>
              <a:off x="908208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7" name="Google Shape;87;p2"/>
            <p:cNvSpPr/>
            <p:nvPr/>
          </p:nvSpPr>
          <p:spPr bwMode="auto">
            <a:xfrm>
              <a:off x="922824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316677428" name="Google Shape;88;p2"/>
          <p:cNvGrpSpPr/>
          <p:nvPr/>
        </p:nvGrpSpPr>
        <p:grpSpPr bwMode="auto">
          <a:xfrm>
            <a:off x="8267400" y="3231000"/>
            <a:ext cx="1105560" cy="133560"/>
            <a:chOff x="8267400" y="3231000"/>
            <a:chExt cx="1105560" cy="133560"/>
          </a:xfrm>
        </p:grpSpPr>
        <p:grpSp>
          <p:nvGrpSpPr>
            <p:cNvPr id="79" name="Google Shape;89;p2"/>
            <p:cNvGrpSpPr/>
            <p:nvPr/>
          </p:nvGrpSpPr>
          <p:grpSpPr bwMode="auto">
            <a:xfrm>
              <a:off x="8267400" y="3313800"/>
              <a:ext cx="883080" cy="50760"/>
              <a:chOff x="8267400" y="3313800"/>
              <a:chExt cx="883080" cy="50760"/>
            </a:xfrm>
          </p:grpSpPr>
          <p:sp>
            <p:nvSpPr>
              <p:cNvPr id="80" name="Google Shape;90;p2"/>
              <p:cNvSpPr/>
              <p:nvPr/>
            </p:nvSpPr>
            <p:spPr bwMode="auto">
              <a:xfrm>
                <a:off x="82674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" name="Google Shape;91;p2"/>
              <p:cNvSpPr/>
              <p:nvPr/>
            </p:nvSpPr>
            <p:spPr bwMode="auto">
              <a:xfrm>
                <a:off x="83599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2" name="Google Shape;92;p2"/>
              <p:cNvSpPr/>
              <p:nvPr/>
            </p:nvSpPr>
            <p:spPr bwMode="auto">
              <a:xfrm>
                <a:off x="84524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3" name="Google Shape;93;p2"/>
              <p:cNvSpPr/>
              <p:nvPr/>
            </p:nvSpPr>
            <p:spPr bwMode="auto">
              <a:xfrm>
                <a:off x="85449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4" name="Google Shape;94;p2"/>
              <p:cNvSpPr/>
              <p:nvPr/>
            </p:nvSpPr>
            <p:spPr bwMode="auto">
              <a:xfrm>
                <a:off x="86371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5" name="Google Shape;95;p2"/>
              <p:cNvSpPr/>
              <p:nvPr/>
            </p:nvSpPr>
            <p:spPr bwMode="auto">
              <a:xfrm>
                <a:off x="87296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6" name="Google Shape;96;p2"/>
              <p:cNvSpPr/>
              <p:nvPr/>
            </p:nvSpPr>
            <p:spPr bwMode="auto">
              <a:xfrm>
                <a:off x="88221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7" name="Google Shape;97;p2"/>
              <p:cNvSpPr/>
              <p:nvPr/>
            </p:nvSpPr>
            <p:spPr bwMode="auto">
              <a:xfrm>
                <a:off x="891468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8" name="Google Shape;98;p2"/>
              <p:cNvSpPr/>
              <p:nvPr/>
            </p:nvSpPr>
            <p:spPr bwMode="auto">
              <a:xfrm>
                <a:off x="90072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9" name="Google Shape;99;p2"/>
              <p:cNvSpPr/>
              <p:nvPr/>
            </p:nvSpPr>
            <p:spPr bwMode="auto">
              <a:xfrm>
                <a:off x="90997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90" name="Google Shape;100;p2"/>
            <p:cNvGrpSpPr/>
            <p:nvPr/>
          </p:nvGrpSpPr>
          <p:grpSpPr bwMode="auto">
            <a:xfrm>
              <a:off x="8490240" y="3231000"/>
              <a:ext cx="882720" cy="50760"/>
              <a:chOff x="8490240" y="3231000"/>
              <a:chExt cx="882720" cy="50760"/>
            </a:xfrm>
          </p:grpSpPr>
          <p:sp>
            <p:nvSpPr>
              <p:cNvPr id="91" name="Google Shape;101;p2"/>
              <p:cNvSpPr/>
              <p:nvPr/>
            </p:nvSpPr>
            <p:spPr bwMode="auto">
              <a:xfrm>
                <a:off x="84902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2" name="Google Shape;102;p2"/>
              <p:cNvSpPr/>
              <p:nvPr/>
            </p:nvSpPr>
            <p:spPr bwMode="auto">
              <a:xfrm>
                <a:off x="85824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3" name="Google Shape;103;p2"/>
              <p:cNvSpPr/>
              <p:nvPr/>
            </p:nvSpPr>
            <p:spPr bwMode="auto">
              <a:xfrm>
                <a:off x="86749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4" name="Google Shape;104;p2"/>
              <p:cNvSpPr/>
              <p:nvPr/>
            </p:nvSpPr>
            <p:spPr bwMode="auto">
              <a:xfrm>
                <a:off x="87674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5" name="Google Shape;105;p2"/>
              <p:cNvSpPr/>
              <p:nvPr/>
            </p:nvSpPr>
            <p:spPr bwMode="auto">
              <a:xfrm>
                <a:off x="885996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6" name="Google Shape;106;p2"/>
              <p:cNvSpPr/>
              <p:nvPr/>
            </p:nvSpPr>
            <p:spPr bwMode="auto">
              <a:xfrm>
                <a:off x="89524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7" name="Google Shape;107;p2"/>
              <p:cNvSpPr/>
              <p:nvPr/>
            </p:nvSpPr>
            <p:spPr bwMode="auto">
              <a:xfrm>
                <a:off x="90450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8" name="Google Shape;108;p2"/>
              <p:cNvSpPr/>
              <p:nvPr/>
            </p:nvSpPr>
            <p:spPr bwMode="auto">
              <a:xfrm>
                <a:off x="91375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9" name="Google Shape;109;p2"/>
              <p:cNvSpPr/>
              <p:nvPr/>
            </p:nvSpPr>
            <p:spPr bwMode="auto">
              <a:xfrm>
                <a:off x="92296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0" name="Google Shape;110;p2"/>
              <p:cNvSpPr/>
              <p:nvPr/>
            </p:nvSpPr>
            <p:spPr bwMode="auto">
              <a:xfrm>
                <a:off x="93222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96361675" name="Google Shape;111;p2"/>
          <p:cNvGrpSpPr/>
          <p:nvPr/>
        </p:nvGrpSpPr>
        <p:grpSpPr bwMode="auto"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102" name="Google Shape;112;p2"/>
            <p:cNvSpPr/>
            <p:nvPr/>
          </p:nvSpPr>
          <p:spPr bwMode="auto">
            <a:xfrm rot="5400000">
              <a:off x="8567640" y="401940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 stroke="1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3" name="Google Shape;113;p2"/>
            <p:cNvSpPr/>
            <p:nvPr/>
          </p:nvSpPr>
          <p:spPr bwMode="auto">
            <a:xfrm rot="5400000">
              <a:off x="9340200" y="4746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4" name="Google Shape;114;p2"/>
            <p:cNvSpPr/>
            <p:nvPr/>
          </p:nvSpPr>
          <p:spPr bwMode="auto">
            <a:xfrm rot="5400000">
              <a:off x="9365040" y="47703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5" name="Google Shape;115;p2"/>
            <p:cNvSpPr/>
            <p:nvPr/>
          </p:nvSpPr>
          <p:spPr bwMode="auto">
            <a:xfrm rot="5400000">
              <a:off x="7911360" y="4536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6" name="Google Shape;116;p2"/>
            <p:cNvSpPr/>
            <p:nvPr/>
          </p:nvSpPr>
          <p:spPr bwMode="auto">
            <a:xfrm rot="5400000">
              <a:off x="7935480" y="456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654367056" name="Google Shape;117;p2"/>
          <p:cNvGrpSpPr/>
          <p:nvPr/>
        </p:nvGrpSpPr>
        <p:grpSpPr bwMode="auto"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108" name="Google Shape;118;p2"/>
            <p:cNvSpPr/>
            <p:nvPr/>
          </p:nvSpPr>
          <p:spPr bwMode="auto">
            <a:xfrm>
              <a:off x="180396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 stroke="1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9" name="Google Shape;119;p2"/>
            <p:cNvSpPr/>
            <p:nvPr/>
          </p:nvSpPr>
          <p:spPr bwMode="auto">
            <a:xfrm>
              <a:off x="313956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0" name="Google Shape;120;p2"/>
            <p:cNvSpPr/>
            <p:nvPr/>
          </p:nvSpPr>
          <p:spPr bwMode="auto">
            <a:xfrm>
              <a:off x="316332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1" name="Google Shape;121;p2"/>
            <p:cNvSpPr/>
            <p:nvPr/>
          </p:nvSpPr>
          <p:spPr bwMode="auto">
            <a:xfrm>
              <a:off x="171036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 stroke="1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2" name="Google Shape;122;p2"/>
            <p:cNvSpPr/>
            <p:nvPr/>
          </p:nvSpPr>
          <p:spPr bwMode="auto">
            <a:xfrm>
              <a:off x="173412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432163231" name="Google Shape;123;p2"/>
          <p:cNvGrpSpPr/>
          <p:nvPr/>
        </p:nvGrpSpPr>
        <p:grpSpPr bwMode="auto">
          <a:xfrm>
            <a:off x="6421320" y="-1455120"/>
            <a:ext cx="347040" cy="2297160"/>
            <a:chOff x="6421320" y="-1455120"/>
            <a:chExt cx="347040" cy="2297160"/>
          </a:xfrm>
        </p:grpSpPr>
        <p:sp>
          <p:nvSpPr>
            <p:cNvPr id="114" name="Google Shape;124;p2"/>
            <p:cNvSpPr/>
            <p:nvPr/>
          </p:nvSpPr>
          <p:spPr bwMode="auto">
            <a:xfrm rot="5400000">
              <a:off x="5457960" y="-4917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5" name="Google Shape;125;p2"/>
            <p:cNvSpPr/>
            <p:nvPr/>
          </p:nvSpPr>
          <p:spPr bwMode="auto">
            <a:xfrm rot="5400000">
              <a:off x="5737320" y="-18900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1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153841526" name="Google Shape;126;p2"/>
          <p:cNvSpPr/>
          <p:nvPr/>
        </p:nvSpPr>
        <p:spPr bwMode="auto">
          <a:xfrm rot="10800000">
            <a:off x="1024200" y="4389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763420493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</p:sldLayoutId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52385672" name="Google Shape;2700;p34"/>
          <p:cNvGrpSpPr/>
          <p:nvPr/>
        </p:nvGrpSpPr>
        <p:grpSpPr bwMode="auto">
          <a:xfrm>
            <a:off x="2131200" y="4336560"/>
            <a:ext cx="882720" cy="241560"/>
            <a:chOff x="2131200" y="4336560"/>
            <a:chExt cx="882720" cy="241560"/>
          </a:xfrm>
        </p:grpSpPr>
        <p:sp>
          <p:nvSpPr>
            <p:cNvPr id="2639" name="Google Shape;2701;p34"/>
            <p:cNvSpPr/>
            <p:nvPr/>
          </p:nvSpPr>
          <p:spPr bwMode="auto">
            <a:xfrm rot="10800000">
              <a:off x="2862000" y="43365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40" name="Google Shape;2702;p34"/>
            <p:cNvSpPr/>
            <p:nvPr/>
          </p:nvSpPr>
          <p:spPr bwMode="auto">
            <a:xfrm rot="10800000">
              <a:off x="271620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41" name="Google Shape;2703;p34"/>
            <p:cNvSpPr/>
            <p:nvPr/>
          </p:nvSpPr>
          <p:spPr bwMode="auto">
            <a:xfrm rot="10800000">
              <a:off x="257004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42" name="Google Shape;2704;p34"/>
            <p:cNvSpPr/>
            <p:nvPr/>
          </p:nvSpPr>
          <p:spPr bwMode="auto">
            <a:xfrm rot="10800000">
              <a:off x="2423519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43" name="Google Shape;2705;p34"/>
            <p:cNvSpPr/>
            <p:nvPr/>
          </p:nvSpPr>
          <p:spPr bwMode="auto">
            <a:xfrm rot="10800000">
              <a:off x="227736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44" name="Google Shape;2706;p34"/>
            <p:cNvSpPr/>
            <p:nvPr/>
          </p:nvSpPr>
          <p:spPr bwMode="auto">
            <a:xfrm rot="10800000">
              <a:off x="213120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107472074" name="Google Shape;2707;p34"/>
          <p:cNvGrpSpPr/>
          <p:nvPr/>
        </p:nvGrpSpPr>
        <p:grpSpPr bwMode="auto">
          <a:xfrm>
            <a:off x="4423680" y="4119480"/>
            <a:ext cx="296280" cy="1822320"/>
            <a:chOff x="4423680" y="4119480"/>
            <a:chExt cx="296280" cy="1822320"/>
          </a:xfrm>
        </p:grpSpPr>
        <p:sp>
          <p:nvSpPr>
            <p:cNvPr id="2646" name="Google Shape;2708;p34"/>
            <p:cNvSpPr/>
            <p:nvPr/>
          </p:nvSpPr>
          <p:spPr bwMode="auto">
            <a:xfrm rot="5400000" flipV="1">
              <a:off x="3782880" y="50047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 stroke="1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47" name="Google Shape;2709;p34"/>
            <p:cNvSpPr/>
            <p:nvPr/>
          </p:nvSpPr>
          <p:spPr bwMode="auto">
            <a:xfrm rot="5400000" flipV="1">
              <a:off x="4423680" y="4715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48" name="Google Shape;2710;p34"/>
            <p:cNvSpPr/>
            <p:nvPr/>
          </p:nvSpPr>
          <p:spPr bwMode="auto">
            <a:xfrm rot="5400000" flipV="1">
              <a:off x="4448160" y="47397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 fill="norm" stroke="1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49" name="Google Shape;2711;p34"/>
            <p:cNvSpPr/>
            <p:nvPr/>
          </p:nvSpPr>
          <p:spPr bwMode="auto">
            <a:xfrm rot="5400000" flipV="1">
              <a:off x="4523400" y="4119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50" name="Google Shape;2712;p34"/>
            <p:cNvSpPr/>
            <p:nvPr/>
          </p:nvSpPr>
          <p:spPr bwMode="auto">
            <a:xfrm rot="5400000" flipV="1">
              <a:off x="4547520" y="41436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 fill="norm" stroke="1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51" name="Google Shape;2713;p34"/>
            <p:cNvSpPr/>
            <p:nvPr/>
          </p:nvSpPr>
          <p:spPr bwMode="auto">
            <a:xfrm rot="5400000" flipV="1">
              <a:off x="3990240" y="52862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w="36417" h="5628" fill="none" stroke="1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442603946" name="Google Shape;2714;p34"/>
          <p:cNvGrpSpPr/>
          <p:nvPr/>
        </p:nvGrpSpPr>
        <p:grpSpPr bwMode="auto">
          <a:xfrm>
            <a:off x="2194920" y="779040"/>
            <a:ext cx="552600" cy="98640"/>
            <a:chOff x="2194920" y="779040"/>
            <a:chExt cx="552600" cy="98640"/>
          </a:xfrm>
        </p:grpSpPr>
        <p:sp>
          <p:nvSpPr>
            <p:cNvPr id="2653" name="Google Shape;2715;p34"/>
            <p:cNvSpPr/>
            <p:nvPr/>
          </p:nvSpPr>
          <p:spPr bwMode="auto">
            <a:xfrm rot="5400000">
              <a:off x="2648880" y="7790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54" name="Google Shape;2716;p34"/>
            <p:cNvSpPr/>
            <p:nvPr/>
          </p:nvSpPr>
          <p:spPr bwMode="auto">
            <a:xfrm rot="5400000">
              <a:off x="2675160" y="80604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55" name="Google Shape;2717;p34"/>
            <p:cNvSpPr/>
            <p:nvPr/>
          </p:nvSpPr>
          <p:spPr bwMode="auto">
            <a:xfrm rot="5400000">
              <a:off x="2194920" y="7822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56" name="Google Shape;2718;p34"/>
            <p:cNvSpPr/>
            <p:nvPr/>
          </p:nvSpPr>
          <p:spPr bwMode="auto">
            <a:xfrm rot="5400000">
              <a:off x="2218680" y="8060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57" name="Google Shape;2719;p34"/>
            <p:cNvSpPr/>
            <p:nvPr/>
          </p:nvSpPr>
          <p:spPr bwMode="auto">
            <a:xfrm rot="5400000">
              <a:off x="2470680" y="6433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40295721" name="Google Shape;2720;p34"/>
          <p:cNvGrpSpPr/>
          <p:nvPr/>
        </p:nvGrpSpPr>
        <p:grpSpPr bwMode="auto">
          <a:xfrm>
            <a:off x="4505040" y="564480"/>
            <a:ext cx="1105920" cy="133920"/>
            <a:chOff x="4505040" y="564480"/>
            <a:chExt cx="1105920" cy="133920"/>
          </a:xfrm>
        </p:grpSpPr>
        <p:grpSp>
          <p:nvGrpSpPr>
            <p:cNvPr id="2659" name="Google Shape;2721;p34"/>
            <p:cNvGrpSpPr/>
            <p:nvPr/>
          </p:nvGrpSpPr>
          <p:grpSpPr bwMode="auto">
            <a:xfrm>
              <a:off x="4505040" y="647640"/>
              <a:ext cx="883080" cy="50760"/>
              <a:chOff x="4505040" y="647640"/>
              <a:chExt cx="883080" cy="50760"/>
            </a:xfrm>
          </p:grpSpPr>
          <p:sp>
            <p:nvSpPr>
              <p:cNvPr id="2660" name="Google Shape;2722;p34"/>
              <p:cNvSpPr/>
              <p:nvPr/>
            </p:nvSpPr>
            <p:spPr bwMode="auto">
              <a:xfrm>
                <a:off x="45050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1" name="Google Shape;2723;p34"/>
              <p:cNvSpPr/>
              <p:nvPr/>
            </p:nvSpPr>
            <p:spPr bwMode="auto">
              <a:xfrm>
                <a:off x="45975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2" name="Google Shape;2724;p34"/>
              <p:cNvSpPr/>
              <p:nvPr/>
            </p:nvSpPr>
            <p:spPr bwMode="auto">
              <a:xfrm>
                <a:off x="469008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3" name="Google Shape;2725;p34"/>
              <p:cNvSpPr/>
              <p:nvPr/>
            </p:nvSpPr>
            <p:spPr bwMode="auto">
              <a:xfrm>
                <a:off x="478260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4" name="Google Shape;2726;p34"/>
              <p:cNvSpPr/>
              <p:nvPr/>
            </p:nvSpPr>
            <p:spPr bwMode="auto">
              <a:xfrm>
                <a:off x="48751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5" name="Google Shape;2727;p34"/>
              <p:cNvSpPr/>
              <p:nvPr/>
            </p:nvSpPr>
            <p:spPr bwMode="auto">
              <a:xfrm>
                <a:off x="49676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6" name="Google Shape;2728;p34"/>
              <p:cNvSpPr/>
              <p:nvPr/>
            </p:nvSpPr>
            <p:spPr bwMode="auto">
              <a:xfrm>
                <a:off x="50601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7" name="Google Shape;2729;p34"/>
              <p:cNvSpPr/>
              <p:nvPr/>
            </p:nvSpPr>
            <p:spPr bwMode="auto">
              <a:xfrm>
                <a:off x="51523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8" name="Google Shape;2730;p34"/>
              <p:cNvSpPr/>
              <p:nvPr/>
            </p:nvSpPr>
            <p:spPr bwMode="auto">
              <a:xfrm>
                <a:off x="52448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9" name="Google Shape;2731;p34"/>
              <p:cNvSpPr/>
              <p:nvPr/>
            </p:nvSpPr>
            <p:spPr bwMode="auto">
              <a:xfrm>
                <a:off x="53373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670" name="Google Shape;2732;p34"/>
            <p:cNvGrpSpPr/>
            <p:nvPr/>
          </p:nvGrpSpPr>
          <p:grpSpPr bwMode="auto">
            <a:xfrm>
              <a:off x="4727880" y="564480"/>
              <a:ext cx="883080" cy="50760"/>
              <a:chOff x="4727880" y="564480"/>
              <a:chExt cx="883080" cy="50760"/>
            </a:xfrm>
          </p:grpSpPr>
          <p:sp>
            <p:nvSpPr>
              <p:cNvPr id="2671" name="Google Shape;2733;p34"/>
              <p:cNvSpPr/>
              <p:nvPr/>
            </p:nvSpPr>
            <p:spPr bwMode="auto">
              <a:xfrm>
                <a:off x="47278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72" name="Google Shape;2734;p34"/>
              <p:cNvSpPr/>
              <p:nvPr/>
            </p:nvSpPr>
            <p:spPr bwMode="auto">
              <a:xfrm>
                <a:off x="48204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73" name="Google Shape;2735;p34"/>
              <p:cNvSpPr/>
              <p:nvPr/>
            </p:nvSpPr>
            <p:spPr bwMode="auto">
              <a:xfrm>
                <a:off x="49129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74" name="Google Shape;2736;p34"/>
              <p:cNvSpPr/>
              <p:nvPr/>
            </p:nvSpPr>
            <p:spPr bwMode="auto">
              <a:xfrm>
                <a:off x="50054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75" name="Google Shape;2737;p34"/>
              <p:cNvSpPr/>
              <p:nvPr/>
            </p:nvSpPr>
            <p:spPr bwMode="auto">
              <a:xfrm>
                <a:off x="50976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76" name="Google Shape;2738;p34"/>
              <p:cNvSpPr/>
              <p:nvPr/>
            </p:nvSpPr>
            <p:spPr bwMode="auto">
              <a:xfrm>
                <a:off x="51901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77" name="Google Shape;2739;p34"/>
              <p:cNvSpPr/>
              <p:nvPr/>
            </p:nvSpPr>
            <p:spPr bwMode="auto">
              <a:xfrm>
                <a:off x="52826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78" name="Google Shape;2740;p34"/>
              <p:cNvSpPr/>
              <p:nvPr/>
            </p:nvSpPr>
            <p:spPr bwMode="auto">
              <a:xfrm>
                <a:off x="537516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79" name="Google Shape;2741;p34"/>
              <p:cNvSpPr/>
              <p:nvPr/>
            </p:nvSpPr>
            <p:spPr bwMode="auto">
              <a:xfrm>
                <a:off x="54676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80" name="Google Shape;2742;p34"/>
              <p:cNvSpPr/>
              <p:nvPr/>
            </p:nvSpPr>
            <p:spPr bwMode="auto">
              <a:xfrm>
                <a:off x="55602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309351062" name="Google Shape;2743;p34"/>
          <p:cNvGrpSpPr/>
          <p:nvPr/>
        </p:nvGrpSpPr>
        <p:grpSpPr bwMode="auto">
          <a:xfrm>
            <a:off x="5447160" y="4536000"/>
            <a:ext cx="1252800" cy="50760"/>
            <a:chOff x="5447160" y="4536000"/>
            <a:chExt cx="1252800" cy="50760"/>
          </a:xfrm>
        </p:grpSpPr>
        <p:sp>
          <p:nvSpPr>
            <p:cNvPr id="2682" name="Google Shape;2744;p34"/>
            <p:cNvSpPr/>
            <p:nvPr/>
          </p:nvSpPr>
          <p:spPr bwMode="auto">
            <a:xfrm>
              <a:off x="54471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83" name="Google Shape;2745;p34"/>
            <p:cNvSpPr/>
            <p:nvPr/>
          </p:nvSpPr>
          <p:spPr bwMode="auto">
            <a:xfrm>
              <a:off x="5539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84" name="Google Shape;2746;p34"/>
            <p:cNvSpPr/>
            <p:nvPr/>
          </p:nvSpPr>
          <p:spPr bwMode="auto">
            <a:xfrm>
              <a:off x="5632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85" name="Google Shape;2747;p34"/>
            <p:cNvSpPr/>
            <p:nvPr/>
          </p:nvSpPr>
          <p:spPr bwMode="auto">
            <a:xfrm>
              <a:off x="57247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86" name="Google Shape;2748;p34"/>
            <p:cNvSpPr/>
            <p:nvPr/>
          </p:nvSpPr>
          <p:spPr bwMode="auto">
            <a:xfrm>
              <a:off x="58172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87" name="Google Shape;2749;p34"/>
            <p:cNvSpPr/>
            <p:nvPr/>
          </p:nvSpPr>
          <p:spPr bwMode="auto">
            <a:xfrm>
              <a:off x="59097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88" name="Google Shape;2750;p34"/>
            <p:cNvSpPr/>
            <p:nvPr/>
          </p:nvSpPr>
          <p:spPr bwMode="auto">
            <a:xfrm>
              <a:off x="60022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89" name="Google Shape;2751;p34"/>
            <p:cNvSpPr/>
            <p:nvPr/>
          </p:nvSpPr>
          <p:spPr bwMode="auto">
            <a:xfrm>
              <a:off x="60944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90" name="Google Shape;2752;p34"/>
            <p:cNvSpPr/>
            <p:nvPr/>
          </p:nvSpPr>
          <p:spPr bwMode="auto">
            <a:xfrm>
              <a:off x="61869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91" name="Google Shape;2753;p34"/>
            <p:cNvSpPr/>
            <p:nvPr/>
          </p:nvSpPr>
          <p:spPr bwMode="auto">
            <a:xfrm>
              <a:off x="62794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92" name="Google Shape;2754;p34"/>
            <p:cNvSpPr/>
            <p:nvPr/>
          </p:nvSpPr>
          <p:spPr bwMode="auto">
            <a:xfrm>
              <a:off x="63720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93" name="Google Shape;2755;p34"/>
            <p:cNvSpPr/>
            <p:nvPr/>
          </p:nvSpPr>
          <p:spPr bwMode="auto">
            <a:xfrm>
              <a:off x="64645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94" name="Google Shape;2756;p34"/>
            <p:cNvSpPr/>
            <p:nvPr/>
          </p:nvSpPr>
          <p:spPr bwMode="auto">
            <a:xfrm>
              <a:off x="6556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95" name="Google Shape;2757;p34"/>
            <p:cNvSpPr/>
            <p:nvPr/>
          </p:nvSpPr>
          <p:spPr bwMode="auto">
            <a:xfrm>
              <a:off x="6649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689100689" name="PlaceHolder 2"/>
          <p:cNvSpPr>
            <a:spLocks noGrp="1"/>
          </p:cNvSpPr>
          <p:nvPr>
            <p:ph type="title"/>
          </p:nvPr>
        </p:nvSpPr>
        <p:spPr bwMode="auto">
          <a:xfrm>
            <a:off x="1314360" y="1322342"/>
            <a:ext cx="6505200" cy="199980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38000"/>
              </a:srgbClr>
            </a:outerShdw>
          </a:effectLst>
        </p:spPr>
        <p:txBody>
          <a:bodyPr lIns="91440" tIns="91440" rIns="91440" bIns="9144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5800" b="1" u="none" strike="noStrike">
                <a:solidFill>
                  <a:schemeClr val="accent2"/>
                </a:solidFill>
                <a:latin typeface="Exo"/>
                <a:ea typeface="Exo"/>
              </a:rPr>
              <a:t>Proyecto</a:t>
            </a:r>
            <a:r>
              <a:rPr lang="en-US" sz="5000" b="1" u="none" strike="noStrike">
                <a:solidFill>
                  <a:schemeClr val="lt1"/>
                </a:solidFill>
                <a:latin typeface="Exo"/>
                <a:ea typeface="Exo"/>
              </a:rPr>
              <a:t> </a:t>
            </a:r>
            <a:br>
              <a:rPr lang="en-US" sz="5000" b="1" u="none" strike="noStrike">
                <a:solidFill>
                  <a:schemeClr val="lt1"/>
                </a:solidFill>
                <a:latin typeface="Exo"/>
                <a:ea typeface="Exo"/>
              </a:rPr>
            </a:br>
            <a:r>
              <a:rPr lang="es-MX" sz="5000" b="1" u="none" strike="noStrike">
                <a:solidFill>
                  <a:schemeClr val="lt1"/>
                </a:solidFill>
                <a:latin typeface="Exo"/>
                <a:ea typeface="Exo"/>
              </a:rPr>
              <a:t>Segundo Bimestre</a:t>
            </a:r>
            <a:endParaRPr lang="fr-FR" sz="50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883692" name="PlaceHolder 1"/>
          <p:cNvSpPr>
            <a:spLocks noGrp="1"/>
          </p:cNvSpPr>
          <p:nvPr>
            <p:ph type="title"/>
          </p:nvPr>
        </p:nvSpPr>
        <p:spPr bwMode="auto">
          <a:xfrm>
            <a:off x="1657440" y="1058682"/>
            <a:ext cx="5829120" cy="117108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vertOverflow="overflow" horzOverflow="overflow" vert="horz" wrap="square" lIns="91440" tIns="91440" rIns="91440" bIns="91440" numCol="1" spcCol="0" rtlCol="0" fromWordArt="0" anchor="b" anchorCtr="0" forceAA="0" upright="0" compatLnSpc="0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MX" sz="3200" b="1" u="none" strike="noStrike">
                <a:solidFill>
                  <a:schemeClr val="lt1"/>
                </a:solidFill>
                <a:latin typeface="Exo"/>
                <a:ea typeface="Exo"/>
              </a:rPr>
              <a:t>E</a:t>
            </a:r>
            <a:r>
              <a:rPr lang="en-US" sz="3200" b="1" u="none" strike="noStrike">
                <a:solidFill>
                  <a:schemeClr val="lt1"/>
                </a:solidFill>
                <a:latin typeface="Exo"/>
                <a:ea typeface="Exo"/>
              </a:rPr>
              <a:t>s</a:t>
            </a:r>
            <a:r>
              <a:rPr lang="es-MX" sz="3200" b="1" u="none" strike="noStrike">
                <a:solidFill>
                  <a:schemeClr val="lt1"/>
                </a:solidFill>
                <a:latin typeface="Exo"/>
                <a:ea typeface="Exo"/>
              </a:rPr>
              <a:t>tructura de Datos que se Usaron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765723201" name="Google Shape;2881;p38"/>
          <p:cNvGrpSpPr/>
          <p:nvPr/>
        </p:nvGrpSpPr>
        <p:grpSpPr bwMode="auto">
          <a:xfrm>
            <a:off x="7595280" y="4215600"/>
            <a:ext cx="552600" cy="98640"/>
            <a:chOff x="7595280" y="4215600"/>
            <a:chExt cx="552600" cy="98640"/>
          </a:xfrm>
        </p:grpSpPr>
        <p:sp>
          <p:nvSpPr>
            <p:cNvPr id="2775" name="Google Shape;2882;p38"/>
            <p:cNvSpPr/>
            <p:nvPr/>
          </p:nvSpPr>
          <p:spPr bwMode="auto">
            <a:xfrm rot="5400000">
              <a:off x="8049240" y="42156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76" name="Google Shape;2883;p38"/>
            <p:cNvSpPr/>
            <p:nvPr/>
          </p:nvSpPr>
          <p:spPr bwMode="auto">
            <a:xfrm rot="5400000">
              <a:off x="8075880" y="42426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77" name="Google Shape;2884;p38"/>
            <p:cNvSpPr/>
            <p:nvPr/>
          </p:nvSpPr>
          <p:spPr bwMode="auto">
            <a:xfrm rot="5400000">
              <a:off x="7595280" y="421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78" name="Google Shape;2885;p38"/>
            <p:cNvSpPr/>
            <p:nvPr/>
          </p:nvSpPr>
          <p:spPr bwMode="auto">
            <a:xfrm rot="5400000">
              <a:off x="7619400" y="4242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79" name="Google Shape;2886;p38"/>
            <p:cNvSpPr/>
            <p:nvPr/>
          </p:nvSpPr>
          <p:spPr bwMode="auto">
            <a:xfrm rot="5400000">
              <a:off x="7871400" y="40798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174204488" name=""/>
          <p:cNvSpPr txBox="1"/>
          <p:nvPr/>
        </p:nvSpPr>
        <p:spPr bwMode="auto">
          <a:xfrm rot="0" flipH="0" flipV="0">
            <a:off x="1923709" y="2937868"/>
            <a:ext cx="145822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QStringList</a:t>
            </a:r>
            <a:endParaRPr sz="11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63981174" name=""/>
          <p:cNvSpPr txBox="1"/>
          <p:nvPr/>
        </p:nvSpPr>
        <p:spPr bwMode="auto">
          <a:xfrm rot="0" flipH="0" flipV="0">
            <a:off x="3800675" y="3768231"/>
            <a:ext cx="173122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QTableWidget</a:t>
            </a:r>
            <a:endParaRPr sz="11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66245736" name=""/>
          <p:cNvSpPr/>
          <p:nvPr/>
        </p:nvSpPr>
        <p:spPr bwMode="auto">
          <a:xfrm flipH="0" flipV="0">
            <a:off x="5424064" y="2805381"/>
            <a:ext cx="1974006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8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QTableWidgetItem</a:t>
            </a:r>
            <a:endParaRPr sz="180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348025" name="PlaceHolder 1"/>
          <p:cNvSpPr>
            <a:spLocks noGrp="1"/>
          </p:cNvSpPr>
          <p:nvPr>
            <p:ph type="title"/>
          </p:nvPr>
        </p:nvSpPr>
        <p:spPr bwMode="auto">
          <a:xfrm>
            <a:off x="1657440" y="1058682"/>
            <a:ext cx="5829119" cy="117108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vertOverflow="overflow" horzOverflow="overflow" vert="horz" wrap="square" lIns="91440" tIns="91440" rIns="91440" bIns="91440" numCol="1" spcCol="0" rtlCol="0" fromWordArt="0" anchor="b" anchorCtr="0" forceAA="0" upright="0" compatLnSpc="0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MX" sz="3200" b="1" u="none" strike="noStrike">
                <a:solidFill>
                  <a:schemeClr val="lt1"/>
                </a:solidFill>
                <a:latin typeface="Exo"/>
                <a:ea typeface="Exo"/>
              </a:rPr>
              <a:t>Tipos de Datos que se Usaron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228050581" name="Google Shape;2866;p38"/>
          <p:cNvGrpSpPr/>
          <p:nvPr/>
        </p:nvGrpSpPr>
        <p:grpSpPr bwMode="auto">
          <a:xfrm>
            <a:off x="6397920" y="1075320"/>
            <a:ext cx="1252440" cy="50760"/>
            <a:chOff x="6397920" y="1075320"/>
            <a:chExt cx="1252440" cy="50760"/>
          </a:xfrm>
        </p:grpSpPr>
        <p:sp>
          <p:nvSpPr>
            <p:cNvPr id="1292386916" name="Google Shape;2867;p38"/>
            <p:cNvSpPr/>
            <p:nvPr/>
          </p:nvSpPr>
          <p:spPr bwMode="auto">
            <a:xfrm>
              <a:off x="6397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51919006" name="Google Shape;2868;p38"/>
            <p:cNvSpPr/>
            <p:nvPr/>
          </p:nvSpPr>
          <p:spPr bwMode="auto">
            <a:xfrm>
              <a:off x="6490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43545424" name="Google Shape;2869;p38"/>
            <p:cNvSpPr/>
            <p:nvPr/>
          </p:nvSpPr>
          <p:spPr bwMode="auto">
            <a:xfrm>
              <a:off x="65829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34590053" name="Google Shape;2870;p38"/>
            <p:cNvSpPr/>
            <p:nvPr/>
          </p:nvSpPr>
          <p:spPr bwMode="auto">
            <a:xfrm>
              <a:off x="66751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21971531" name="Google Shape;2871;p38"/>
            <p:cNvSpPr/>
            <p:nvPr/>
          </p:nvSpPr>
          <p:spPr bwMode="auto">
            <a:xfrm>
              <a:off x="67676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2098242" name="Google Shape;2872;p38"/>
            <p:cNvSpPr/>
            <p:nvPr/>
          </p:nvSpPr>
          <p:spPr bwMode="auto">
            <a:xfrm>
              <a:off x="68601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396091" name="Google Shape;2873;p38"/>
            <p:cNvSpPr/>
            <p:nvPr/>
          </p:nvSpPr>
          <p:spPr bwMode="auto">
            <a:xfrm>
              <a:off x="695268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59130073" name="Google Shape;2874;p38"/>
            <p:cNvSpPr/>
            <p:nvPr/>
          </p:nvSpPr>
          <p:spPr bwMode="auto">
            <a:xfrm>
              <a:off x="70452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83046256" name="Google Shape;2875;p38"/>
            <p:cNvSpPr/>
            <p:nvPr/>
          </p:nvSpPr>
          <p:spPr bwMode="auto">
            <a:xfrm>
              <a:off x="71377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8229027" name="Google Shape;2876;p38"/>
            <p:cNvSpPr/>
            <p:nvPr/>
          </p:nvSpPr>
          <p:spPr bwMode="auto">
            <a:xfrm>
              <a:off x="72302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24631618" name="Google Shape;2877;p38"/>
            <p:cNvSpPr/>
            <p:nvPr/>
          </p:nvSpPr>
          <p:spPr bwMode="auto">
            <a:xfrm>
              <a:off x="73224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55023694" name="Google Shape;2878;p38"/>
            <p:cNvSpPr/>
            <p:nvPr/>
          </p:nvSpPr>
          <p:spPr bwMode="auto">
            <a:xfrm>
              <a:off x="7414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2747637" name="Google Shape;2879;p38"/>
            <p:cNvSpPr/>
            <p:nvPr/>
          </p:nvSpPr>
          <p:spPr bwMode="auto">
            <a:xfrm>
              <a:off x="7507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57951120" name="Google Shape;2880;p38"/>
            <p:cNvSpPr/>
            <p:nvPr/>
          </p:nvSpPr>
          <p:spPr bwMode="auto">
            <a:xfrm>
              <a:off x="75996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475765915" name=""/>
          <p:cNvSpPr txBox="1"/>
          <p:nvPr/>
        </p:nvSpPr>
        <p:spPr bwMode="auto">
          <a:xfrm rot="0" flipH="0" flipV="0">
            <a:off x="2302824" y="2403930"/>
            <a:ext cx="59612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MX" sz="1800">
                <a:solidFill>
                  <a:schemeClr val="accent6">
                    <a:lumMod val="75000"/>
                  </a:schemeClr>
                </a:solidFill>
              </a:rPr>
              <a:t>int</a:t>
            </a:r>
            <a:endParaRPr sz="26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79629538" name=""/>
          <p:cNvSpPr txBox="1"/>
          <p:nvPr/>
        </p:nvSpPr>
        <p:spPr bwMode="auto">
          <a:xfrm rot="0" flipH="0" flipV="0">
            <a:off x="2985749" y="4231362"/>
            <a:ext cx="77440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MX"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bool</a:t>
            </a:r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62195051" name=""/>
          <p:cNvSpPr/>
          <p:nvPr/>
        </p:nvSpPr>
        <p:spPr bwMode="auto">
          <a:xfrm flipH="0" flipV="0">
            <a:off x="6062060" y="2440374"/>
            <a:ext cx="913675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es-MX" sz="1800">
                <a:solidFill>
                  <a:schemeClr val="accent6">
                    <a:lumMod val="75000"/>
                  </a:schemeClr>
                </a:solidFill>
              </a:rPr>
              <a:t>QFile</a:t>
            </a:r>
            <a:endParaRPr sz="18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31023483" name=""/>
          <p:cNvSpPr txBox="1"/>
          <p:nvPr/>
        </p:nvSpPr>
        <p:spPr bwMode="auto">
          <a:xfrm rot="0" flipH="0" flipV="0">
            <a:off x="4373891" y="3903631"/>
            <a:ext cx="114784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MX" sz="1800">
                <a:solidFill>
                  <a:schemeClr val="accent6">
                    <a:lumMod val="75000"/>
                  </a:schemeClr>
                </a:solidFill>
              </a:rPr>
              <a:t>QString</a:t>
            </a:r>
            <a:endParaRPr sz="14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37468493" name=""/>
          <p:cNvSpPr/>
          <p:nvPr/>
        </p:nvSpPr>
        <p:spPr bwMode="auto">
          <a:xfrm flipH="0" flipV="0">
            <a:off x="5700647" y="3478134"/>
            <a:ext cx="1452826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8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QTextStream</a:t>
            </a:r>
            <a:r>
              <a:rPr lang="es-MX" sz="2200">
                <a:solidFill>
                  <a:schemeClr val="accent6">
                    <a:lumMod val="75000"/>
                  </a:schemeClr>
                </a:solidFill>
              </a:rPr>
              <a:t>	</a:t>
            </a:r>
            <a:endParaRPr sz="22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29747247" name=""/>
          <p:cNvSpPr txBox="1"/>
          <p:nvPr/>
        </p:nvSpPr>
        <p:spPr bwMode="auto">
          <a:xfrm rot="0" flipH="0" flipV="0">
            <a:off x="3759791" y="2776013"/>
            <a:ext cx="154385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QMessageBox</a:t>
            </a:r>
            <a:endParaRPr sz="14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00242400" name=""/>
          <p:cNvSpPr/>
          <p:nvPr/>
        </p:nvSpPr>
        <p:spPr bwMode="auto">
          <a:xfrm flipH="0" flipV="0">
            <a:off x="1986312" y="3377707"/>
            <a:ext cx="1677360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8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QIntValidator</a:t>
            </a:r>
            <a:endParaRPr sz="140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58946" name="PlaceHolder 1"/>
          <p:cNvSpPr>
            <a:spLocks noGrp="1"/>
          </p:cNvSpPr>
          <p:nvPr>
            <p:ph type="title"/>
          </p:nvPr>
        </p:nvSpPr>
        <p:spPr bwMode="auto">
          <a:xfrm>
            <a:off x="1657440" y="816063"/>
            <a:ext cx="5829120" cy="117108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MX" sz="3200" b="1" u="none" strike="noStrike">
                <a:solidFill>
                  <a:schemeClr val="lt1"/>
                </a:solidFill>
                <a:latin typeface="Exo"/>
                <a:ea typeface="Exo"/>
              </a:rPr>
              <a:t>MOTIVACIÓN</a:t>
            </a:r>
            <a:br>
              <a:rPr lang="es-MX" sz="3200" b="1" u="none" strike="noStrike">
                <a:solidFill>
                  <a:schemeClr val="lt1"/>
                </a:solidFill>
                <a:latin typeface="Exo"/>
                <a:ea typeface="Exo"/>
              </a:rPr>
            </a:br>
            <a:r>
              <a:rPr lang="es-MX" sz="2400" b="1" u="none" strike="noStrike">
                <a:solidFill>
                  <a:schemeClr val="accent2"/>
                </a:solidFill>
                <a:latin typeface="Exo"/>
                <a:ea typeface="Exo"/>
              </a:rPr>
              <a:t>¿Por qué elegí el tema?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40315331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2042460" y="2247733"/>
            <a:ext cx="5829118" cy="2415921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91440" rIns="91440" bIns="91440" numCol="1" spcCol="0" rtlCol="0" fromWordArt="0" anchor="t" anchorCtr="0" forceAA="0" upright="0" compatLnSpc="0">
            <a:normAutofit/>
          </a:bodyPr>
          <a:p>
            <a:pPr marL="239821" indent="-239821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Aplicar de forma práctica los conocimientos de </a:t>
            </a: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Programación</a:t>
            </a:r>
            <a:endParaRPr sz="1200">
              <a:solidFill>
                <a:schemeClr val="accent6">
                  <a:lumMod val="75000"/>
                </a:schemeClr>
              </a:solidFill>
            </a:endParaRPr>
          </a:p>
          <a:p>
            <a:pPr marL="239821" indent="-239821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Uso del lenguaje </a:t>
            </a:r>
            <a:r>
              <a:rPr sz="1600" b="1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C++</a:t>
            </a:r>
            <a:endParaRPr sz="1200">
              <a:solidFill>
                <a:schemeClr val="accent6">
                  <a:lumMod val="75000"/>
                </a:schemeClr>
              </a:solidFill>
            </a:endParaRPr>
          </a:p>
          <a:p>
            <a:pPr marL="239821" indent="-239821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Manejo de </a:t>
            </a:r>
            <a:r>
              <a:rPr sz="1600" b="1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archivos</a:t>
            </a:r>
            <a:endParaRPr sz="1200">
              <a:solidFill>
                <a:schemeClr val="accent6">
                  <a:lumMod val="75000"/>
                </a:schemeClr>
              </a:solidFill>
            </a:endParaRPr>
          </a:p>
          <a:p>
            <a:pPr marL="239821" indent="-239821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Implementación de </a:t>
            </a: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interfaces gráficas</a:t>
            </a:r>
            <a:endParaRPr sz="120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Refuerzo de:</a:t>
            </a:r>
            <a:endParaRPr sz="1200">
              <a:solidFill>
                <a:schemeClr val="accent6">
                  <a:lumMod val="75000"/>
                </a:schemeClr>
              </a:solidFill>
            </a:endParaRPr>
          </a:p>
          <a:p>
            <a:pPr marL="639871" lvl="2" indent="-239821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Lógica de programación</a:t>
            </a:r>
            <a:endParaRPr sz="1200">
              <a:solidFill>
                <a:schemeClr val="accent6">
                  <a:lumMod val="75000"/>
                </a:schemeClr>
              </a:solidFill>
            </a:endParaRPr>
          </a:p>
          <a:p>
            <a:pPr marL="639871" lvl="2" indent="-239821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Validación de datos</a:t>
            </a:r>
            <a:endParaRPr sz="1200">
              <a:solidFill>
                <a:schemeClr val="accent6">
                  <a:lumMod val="75000"/>
                </a:schemeClr>
              </a:solidFill>
            </a:endParaRPr>
          </a:p>
          <a:p>
            <a:pPr marL="639871" lvl="2" indent="-239821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Estructura </a:t>
            </a:r>
            <a:r>
              <a:rPr sz="1600" b="1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CRUD</a:t>
            </a:r>
            <a:endParaRPr sz="1600" b="1" i="0" u="none">
              <a:solidFill>
                <a:schemeClr val="accent6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marL="239821" indent="-239821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Desarrollo de habilidades técnicas</a:t>
            </a:r>
            <a:endParaRPr sz="110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099850271" name="Google Shape;2881;p38"/>
          <p:cNvGrpSpPr/>
          <p:nvPr/>
        </p:nvGrpSpPr>
        <p:grpSpPr bwMode="auto">
          <a:xfrm>
            <a:off x="7379619" y="3981967"/>
            <a:ext cx="552600" cy="98640"/>
            <a:chOff x="7595280" y="4215600"/>
            <a:chExt cx="552600" cy="98640"/>
          </a:xfrm>
        </p:grpSpPr>
        <p:sp>
          <p:nvSpPr>
            <p:cNvPr id="2828" name="Google Shape;2882;p38"/>
            <p:cNvSpPr/>
            <p:nvPr/>
          </p:nvSpPr>
          <p:spPr bwMode="auto">
            <a:xfrm rot="5400000">
              <a:off x="8049240" y="42156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829" name="Google Shape;2883;p38"/>
            <p:cNvSpPr/>
            <p:nvPr/>
          </p:nvSpPr>
          <p:spPr bwMode="auto">
            <a:xfrm rot="5400000">
              <a:off x="8075880" y="42426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30" name="Google Shape;2884;p38"/>
            <p:cNvSpPr/>
            <p:nvPr/>
          </p:nvSpPr>
          <p:spPr bwMode="auto">
            <a:xfrm rot="5400000">
              <a:off x="7595280" y="421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831" name="Google Shape;2885;p38"/>
            <p:cNvSpPr/>
            <p:nvPr/>
          </p:nvSpPr>
          <p:spPr bwMode="auto">
            <a:xfrm rot="5400000">
              <a:off x="7619400" y="4242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32" name="Google Shape;2886;p38"/>
            <p:cNvSpPr/>
            <p:nvPr/>
          </p:nvSpPr>
          <p:spPr bwMode="auto">
            <a:xfrm rot="5400000">
              <a:off x="7871400" y="40798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544194" name="PlaceHolder 1"/>
          <p:cNvSpPr>
            <a:spLocks noGrp="1"/>
          </p:cNvSpPr>
          <p:nvPr>
            <p:ph type="title"/>
          </p:nvPr>
        </p:nvSpPr>
        <p:spPr bwMode="auto">
          <a:xfrm>
            <a:off x="1657440" y="357786"/>
            <a:ext cx="5829120" cy="117108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MX" sz="3200" b="1" u="none" strike="noStrike">
                <a:solidFill>
                  <a:schemeClr val="lt1"/>
                </a:solidFill>
                <a:latin typeface="Exo"/>
                <a:ea typeface="Exo"/>
              </a:rPr>
              <a:t>Estado del Arte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40499173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1432793" y="1663652"/>
            <a:ext cx="6511616" cy="2739411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91440" rIns="91440" bIns="91440" numCol="1" spcCol="0" rtlCol="0" fromWordArt="0" anchor="t" anchorCtr="0" forceAA="0" upright="0" compatLnSpc="0">
            <a:normAutofit fontScale="90000" lnSpcReduction="2000"/>
          </a:bodyPr>
          <a:p>
            <a:pPr lvl="0"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Se revisaron fuentes sobre programación en C++ y desarrollo de interfaces gráficas con Qt</a:t>
            </a:r>
            <a:r>
              <a:rPr lang="es-MX"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 Creator</a:t>
            </a: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600">
              <a:solidFill>
                <a:schemeClr val="accent6">
                  <a:lumMod val="75000"/>
                </a:schemeClr>
              </a:solidFill>
            </a:endParaRPr>
          </a:p>
          <a:p>
            <a:pPr lvl="0"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Se analizaron ejemplos de manejo de archivos y aplicaciones CRUD.</a:t>
            </a:r>
            <a:endParaRPr sz="1600">
              <a:solidFill>
                <a:schemeClr val="accent6">
                  <a:lumMod val="75000"/>
                </a:schemeClr>
              </a:solidFill>
            </a:endParaRPr>
          </a:p>
          <a:p>
            <a:pPr lvl="0"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Las fuentes consultadas permitieron definir la estructura del sistema.</a:t>
            </a:r>
            <a:endParaRPr sz="1600">
              <a:solidFill>
                <a:schemeClr val="accent6">
                  <a:lumMod val="75000"/>
                </a:schemeClr>
              </a:solidFill>
            </a:endParaRPr>
          </a:p>
          <a:p>
            <a:pPr algn="ctr">
              <a:defRPr/>
            </a:pPr>
            <a:endParaRPr sz="2600" b="1" i="0" u="none">
              <a:solidFill>
                <a:schemeClr val="accent6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lang="es-MX" sz="22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sz="22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Fuentes Consultadas</a:t>
            </a:r>
            <a:r>
              <a:rPr lang="es-MX" sz="22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-</a:t>
            </a:r>
            <a:endParaRPr sz="2600" b="1" i="0" u="none">
              <a:solidFill>
                <a:schemeClr val="accent6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TutorialsPoint – Manejo de archivos en C++</a:t>
            </a:r>
            <a:endParaRPr sz="1600">
              <a:solidFill>
                <a:schemeClr val="accent6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ZetCode – </a:t>
            </a:r>
            <a:r>
              <a:rPr lang="es-MX"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Tutorial de </a:t>
            </a: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Qt5 </a:t>
            </a:r>
            <a:endParaRPr sz="1600">
              <a:solidFill>
                <a:schemeClr val="accent6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Qt Wiki – </a:t>
            </a:r>
            <a:r>
              <a:rPr lang="es-MX"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Tutorial básico de programación en QT</a:t>
            </a:r>
            <a:endParaRPr sz="1600">
              <a:solidFill>
                <a:schemeClr val="accent6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Felgo Documentation – </a:t>
            </a:r>
            <a:r>
              <a:rPr lang="es-MX"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Ejemplos y tutoriales de QT</a:t>
            </a:r>
            <a:endParaRPr sz="1600">
              <a:solidFill>
                <a:schemeClr val="accent6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Qt Documentation – </a:t>
            </a:r>
            <a:r>
              <a:rPr lang="es-MX"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Introducción a los QT Widgets</a:t>
            </a:r>
            <a:endParaRPr sz="110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988260299" name="Google Shape;2887;p38"/>
          <p:cNvGrpSpPr/>
          <p:nvPr/>
        </p:nvGrpSpPr>
        <p:grpSpPr bwMode="auto">
          <a:xfrm>
            <a:off x="1632240" y="4614126"/>
            <a:ext cx="1105560" cy="133560"/>
            <a:chOff x="1632240" y="4389480"/>
            <a:chExt cx="1105560" cy="133560"/>
          </a:xfrm>
        </p:grpSpPr>
        <p:grpSp>
          <p:nvGrpSpPr>
            <p:cNvPr id="2887" name="Google Shape;2888;p38"/>
            <p:cNvGrpSpPr/>
            <p:nvPr/>
          </p:nvGrpSpPr>
          <p:grpSpPr bwMode="auto">
            <a:xfrm>
              <a:off x="1632240" y="4472280"/>
              <a:ext cx="882720" cy="50760"/>
              <a:chOff x="1632240" y="4472280"/>
              <a:chExt cx="882720" cy="50760"/>
            </a:xfrm>
          </p:grpSpPr>
          <p:sp>
            <p:nvSpPr>
              <p:cNvPr id="2888" name="Google Shape;2889;p38"/>
              <p:cNvSpPr/>
              <p:nvPr/>
            </p:nvSpPr>
            <p:spPr bwMode="auto">
              <a:xfrm>
                <a:off x="16322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89" name="Google Shape;2890;p38"/>
              <p:cNvSpPr/>
              <p:nvPr/>
            </p:nvSpPr>
            <p:spPr bwMode="auto">
              <a:xfrm>
                <a:off x="17244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90" name="Google Shape;2891;p38"/>
              <p:cNvSpPr/>
              <p:nvPr/>
            </p:nvSpPr>
            <p:spPr bwMode="auto">
              <a:xfrm>
                <a:off x="18169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91" name="Google Shape;2892;p38"/>
              <p:cNvSpPr/>
              <p:nvPr/>
            </p:nvSpPr>
            <p:spPr bwMode="auto">
              <a:xfrm>
                <a:off x="19094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92" name="Google Shape;2893;p38"/>
              <p:cNvSpPr/>
              <p:nvPr/>
            </p:nvSpPr>
            <p:spPr bwMode="auto">
              <a:xfrm>
                <a:off x="200196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93" name="Google Shape;2894;p38"/>
              <p:cNvSpPr/>
              <p:nvPr/>
            </p:nvSpPr>
            <p:spPr bwMode="auto">
              <a:xfrm>
                <a:off x="20944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94" name="Google Shape;2895;p38"/>
              <p:cNvSpPr/>
              <p:nvPr/>
            </p:nvSpPr>
            <p:spPr bwMode="auto">
              <a:xfrm>
                <a:off x="21870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95" name="Google Shape;2896;p38"/>
              <p:cNvSpPr/>
              <p:nvPr/>
            </p:nvSpPr>
            <p:spPr bwMode="auto">
              <a:xfrm>
                <a:off x="22795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96" name="Google Shape;2897;p38"/>
              <p:cNvSpPr/>
              <p:nvPr/>
            </p:nvSpPr>
            <p:spPr bwMode="auto">
              <a:xfrm>
                <a:off x="23716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97" name="Google Shape;2898;p38"/>
              <p:cNvSpPr/>
              <p:nvPr/>
            </p:nvSpPr>
            <p:spPr bwMode="auto">
              <a:xfrm>
                <a:off x="24642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898" name="Google Shape;2899;p38"/>
            <p:cNvGrpSpPr/>
            <p:nvPr/>
          </p:nvGrpSpPr>
          <p:grpSpPr bwMode="auto">
            <a:xfrm>
              <a:off x="1854720" y="4389480"/>
              <a:ext cx="883080" cy="50760"/>
              <a:chOff x="1854720" y="4389480"/>
              <a:chExt cx="883080" cy="50760"/>
            </a:xfrm>
          </p:grpSpPr>
          <p:sp>
            <p:nvSpPr>
              <p:cNvPr id="2899" name="Google Shape;2900;p38"/>
              <p:cNvSpPr/>
              <p:nvPr/>
            </p:nvSpPr>
            <p:spPr bwMode="auto">
              <a:xfrm>
                <a:off x="18547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00" name="Google Shape;2901;p38"/>
              <p:cNvSpPr/>
              <p:nvPr/>
            </p:nvSpPr>
            <p:spPr bwMode="auto">
              <a:xfrm>
                <a:off x="19472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01" name="Google Shape;2902;p38"/>
              <p:cNvSpPr/>
              <p:nvPr/>
            </p:nvSpPr>
            <p:spPr bwMode="auto">
              <a:xfrm>
                <a:off x="2039759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02" name="Google Shape;2903;p38"/>
              <p:cNvSpPr/>
              <p:nvPr/>
            </p:nvSpPr>
            <p:spPr bwMode="auto">
              <a:xfrm>
                <a:off x="21322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03" name="Google Shape;2904;p38"/>
              <p:cNvSpPr/>
              <p:nvPr/>
            </p:nvSpPr>
            <p:spPr bwMode="auto">
              <a:xfrm>
                <a:off x="22248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04" name="Google Shape;2905;p38"/>
              <p:cNvSpPr/>
              <p:nvPr/>
            </p:nvSpPr>
            <p:spPr bwMode="auto">
              <a:xfrm>
                <a:off x="23173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05" name="Google Shape;2906;p38"/>
              <p:cNvSpPr/>
              <p:nvPr/>
            </p:nvSpPr>
            <p:spPr bwMode="auto">
              <a:xfrm>
                <a:off x="24094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06" name="Google Shape;2907;p38"/>
              <p:cNvSpPr/>
              <p:nvPr/>
            </p:nvSpPr>
            <p:spPr bwMode="auto">
              <a:xfrm>
                <a:off x="25020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07" name="Google Shape;2908;p38"/>
              <p:cNvSpPr/>
              <p:nvPr/>
            </p:nvSpPr>
            <p:spPr bwMode="auto">
              <a:xfrm>
                <a:off x="2594519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08" name="Google Shape;2909;p38"/>
              <p:cNvSpPr/>
              <p:nvPr/>
            </p:nvSpPr>
            <p:spPr bwMode="auto">
              <a:xfrm>
                <a:off x="26870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1800" b="0" u="none" strike="noStrike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105851" name="PlaceHolder 1"/>
          <p:cNvSpPr>
            <a:spLocks noGrp="1"/>
          </p:cNvSpPr>
          <p:nvPr>
            <p:ph type="title"/>
          </p:nvPr>
        </p:nvSpPr>
        <p:spPr bwMode="auto">
          <a:xfrm>
            <a:off x="2394473" y="572681"/>
            <a:ext cx="4466880" cy="1142640"/>
          </a:xfrm>
          <a:prstGeom prst="rect">
            <a:avLst/>
          </a:prstGeom>
          <a:noFill/>
          <a:ln w="0">
            <a:noFill/>
          </a:ln>
          <a:effectLst>
            <a:outerShdw blurRad="8568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MX" sz="3200" b="1" u="none" strike="noStrike">
                <a:solidFill>
                  <a:schemeClr val="bg1"/>
                </a:solidFill>
                <a:latin typeface="Exo"/>
                <a:ea typeface="Exo"/>
              </a:rPr>
              <a:t>Alcance del Proye</a:t>
            </a:r>
            <a:r>
              <a:rPr lang="es-MX" sz="3200" b="1" u="none" strike="noStrike">
                <a:solidFill>
                  <a:schemeClr val="bg1"/>
                </a:solidFill>
                <a:latin typeface="Exo"/>
                <a:ea typeface="Exo"/>
              </a:rPr>
              <a:t>c</a:t>
            </a:r>
            <a:r>
              <a:rPr lang="es-MX" sz="3200" b="1" u="none" strike="noStrike">
                <a:solidFill>
                  <a:schemeClr val="bg1"/>
                </a:solidFill>
                <a:latin typeface="Exo"/>
                <a:ea typeface="Exo"/>
              </a:rPr>
              <a:t>to</a:t>
            </a:r>
            <a:endParaRPr sz="3200" b="0" u="none" strike="noStrike">
              <a:solidFill>
                <a:schemeClr val="bg1"/>
              </a:solidFill>
              <a:latin typeface="Arial"/>
            </a:endParaRPr>
          </a:p>
        </p:txBody>
      </p:sp>
      <p:sp>
        <p:nvSpPr>
          <p:cNvPr id="2016479896" name="PlaceHolder 2"/>
          <p:cNvSpPr>
            <a:spLocks noGrp="1"/>
          </p:cNvSpPr>
          <p:nvPr>
            <p:ph type="subTitle"/>
          </p:nvPr>
        </p:nvSpPr>
        <p:spPr bwMode="auto">
          <a:xfrm>
            <a:off x="2481679" y="2020840"/>
            <a:ext cx="4466880" cy="242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marL="217793" indent="-217793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Aplicación de escritorio en C++ con Qt</a:t>
            </a:r>
            <a:r>
              <a:rPr lang="es-MX"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 Creator</a:t>
            </a: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200">
              <a:solidFill>
                <a:schemeClr val="accent6">
                  <a:lumMod val="75000"/>
                </a:schemeClr>
              </a:solidFill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Login y registro de usuarios.</a:t>
            </a:r>
            <a:endParaRPr sz="1200">
              <a:solidFill>
                <a:schemeClr val="accent6">
                  <a:lumMod val="75000"/>
                </a:schemeClr>
              </a:solidFill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Gestión de libros con operaciones CRUD.</a:t>
            </a:r>
            <a:endParaRPr sz="1200">
              <a:solidFill>
                <a:schemeClr val="accent6">
                  <a:lumMod val="75000"/>
                </a:schemeClr>
              </a:solidFill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Almacenamiento en archivos de texto (.txt).</a:t>
            </a:r>
            <a:endParaRPr sz="1200">
              <a:solidFill>
                <a:schemeClr val="accent6">
                  <a:lumMod val="75000"/>
                </a:schemeClr>
              </a:solidFill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Validaciones de datos.</a:t>
            </a:r>
            <a:endParaRPr sz="1600" b="0" i="0" u="none">
              <a:solidFill>
                <a:schemeClr val="accent6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1200">
              <a:solidFill>
                <a:schemeClr val="accent6">
                  <a:lumMod val="75000"/>
                </a:schemeClr>
              </a:solidFill>
            </a:endParaRPr>
          </a:p>
          <a:p>
            <a:pPr marL="217793" indent="-217793">
              <a:lnSpc>
                <a:spcPct val="150000"/>
              </a:lnSpc>
              <a:buFont typeface="Arial"/>
              <a:buChar char="•"/>
              <a:tabLst>
                <a:tab pos="0" algn="l"/>
              </a:tabLst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No incluye base de datos ni acceso en red.</a:t>
            </a:r>
            <a:endParaRPr sz="1600" b="0" u="none" strike="noStrike">
              <a:solidFill>
                <a:schemeClr val="accent6">
                  <a:lumMod val="75000"/>
                </a:schemeClr>
              </a:solidFill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755845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971256" y="186289"/>
            <a:ext cx="5524977" cy="1142640"/>
          </a:xfrm>
          <a:prstGeom prst="rect">
            <a:avLst/>
          </a:prstGeom>
          <a:noFill/>
          <a:ln w="0">
            <a:noFill/>
          </a:ln>
          <a:effectLst>
            <a:outerShdw blurRad="8568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MX" sz="3200" b="1" u="none" strike="noStrike">
                <a:solidFill>
                  <a:schemeClr val="bg1"/>
                </a:solidFill>
                <a:latin typeface="Exo"/>
                <a:ea typeface="Exo"/>
              </a:rPr>
              <a:t>Funcionalidad del Sistema</a:t>
            </a:r>
            <a:endParaRPr sz="3200" b="0" u="none" strike="noStrike">
              <a:solidFill>
                <a:schemeClr val="bg1"/>
              </a:solidFill>
              <a:latin typeface="Arial"/>
            </a:endParaRPr>
          </a:p>
        </p:txBody>
      </p:sp>
      <p:pic>
        <p:nvPicPr>
          <p:cNvPr id="3222380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922447" y="1625462"/>
            <a:ext cx="2151451" cy="3080105"/>
          </a:xfrm>
          <a:prstGeom prst="rect">
            <a:avLst/>
          </a:prstGeom>
        </p:spPr>
      </p:pic>
      <p:pic>
        <p:nvPicPr>
          <p:cNvPr id="204219628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106043" y="1625462"/>
            <a:ext cx="2151451" cy="3080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730096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971256" y="6572"/>
            <a:ext cx="5524977" cy="1142640"/>
          </a:xfrm>
          <a:prstGeom prst="rect">
            <a:avLst/>
          </a:prstGeom>
          <a:noFill/>
          <a:ln w="0">
            <a:noFill/>
          </a:ln>
          <a:effectLst>
            <a:outerShdw blurRad="8568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MX" sz="3200" b="1" u="none" strike="noStrike">
                <a:solidFill>
                  <a:schemeClr val="bg1"/>
                </a:solidFill>
                <a:latin typeface="Exo"/>
                <a:ea typeface="Exo"/>
              </a:rPr>
              <a:t>Funcionalidad del Sistema</a:t>
            </a:r>
            <a:endParaRPr sz="3200" b="0" u="none" strike="noStrike">
              <a:solidFill>
                <a:schemeClr val="bg1"/>
              </a:solidFill>
              <a:latin typeface="Arial"/>
            </a:endParaRPr>
          </a:p>
        </p:txBody>
      </p:sp>
      <p:pic>
        <p:nvPicPr>
          <p:cNvPr id="187148424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777546" y="1186057"/>
            <a:ext cx="3441579" cy="35311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019736" name="PlaceHolder 1"/>
          <p:cNvSpPr>
            <a:spLocks noGrp="1"/>
          </p:cNvSpPr>
          <p:nvPr>
            <p:ph type="title"/>
          </p:nvPr>
        </p:nvSpPr>
        <p:spPr bwMode="auto">
          <a:xfrm>
            <a:off x="1742271" y="681275"/>
            <a:ext cx="5829120" cy="1171080"/>
          </a:xfrm>
          <a:prstGeom prst="rect">
            <a:avLst/>
          </a:prstGeom>
          <a:noFill/>
          <a:ln w="0">
            <a:noFill/>
          </a:ln>
          <a:effectLst>
            <a:outerShdw blurRad="142920" dist="0" dir="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MX" sz="3200" b="1" u="none" strike="noStrike">
                <a:solidFill>
                  <a:schemeClr val="lt1"/>
                </a:solidFill>
                <a:latin typeface="Exo"/>
                <a:ea typeface="Exo"/>
              </a:rPr>
              <a:t>Conclusiones</a:t>
            </a:r>
            <a:endParaRPr lang="fr-FR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5247433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1742271" y="2184832"/>
            <a:ext cx="6136730" cy="140243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p>
            <a:pPr marL="217793" indent="-217793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Se desarrolló una aplicación funcional en C++ con Qt.</a:t>
            </a:r>
            <a:endParaRPr sz="1200">
              <a:solidFill>
                <a:schemeClr val="accent6">
                  <a:lumMod val="75000"/>
                </a:schemeClr>
              </a:solidFill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Se implementaron correctamente las operaciones CRUD.</a:t>
            </a:r>
            <a:endParaRPr sz="1200">
              <a:solidFill>
                <a:schemeClr val="accent6">
                  <a:lumMod val="75000"/>
                </a:schemeClr>
              </a:solidFill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Se utilizó almacenamiento en archivos de texto.</a:t>
            </a:r>
            <a:endParaRPr sz="1200">
              <a:solidFill>
                <a:schemeClr val="accent6">
                  <a:lumMod val="75000"/>
                </a:schemeClr>
              </a:solidFill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Se aplicaron validaciones de datos.</a:t>
            </a:r>
            <a:endParaRPr sz="1600" b="0" i="0" u="none">
              <a:solidFill>
                <a:schemeClr val="accent6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Se fortalecieron conocimientos de programación y Qt.</a:t>
            </a:r>
            <a:endParaRPr sz="110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566095209" name="Google Shape;2859;p38"/>
          <p:cNvGrpSpPr/>
          <p:nvPr/>
        </p:nvGrpSpPr>
        <p:grpSpPr bwMode="auto">
          <a:xfrm>
            <a:off x="4130280" y="4335480"/>
            <a:ext cx="883080" cy="241560"/>
            <a:chOff x="4130280" y="4335480"/>
            <a:chExt cx="883080" cy="241560"/>
          </a:xfrm>
        </p:grpSpPr>
        <p:sp>
          <p:nvSpPr>
            <p:cNvPr id="2952" name="Google Shape;2860;p38"/>
            <p:cNvSpPr/>
            <p:nvPr/>
          </p:nvSpPr>
          <p:spPr bwMode="auto">
            <a:xfrm flipH="1">
              <a:off x="4861440" y="4335480"/>
              <a:ext cx="151920" cy="241560"/>
            </a:xfrm>
            <a:custGeom>
              <a:avLst/>
              <a:gdLst>
                <a:gd name="textAreaLeft" fmla="*/ 360 w 151920"/>
                <a:gd name="textAreaRight" fmla="*/ 15264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53" name="Google Shape;2861;p38"/>
            <p:cNvSpPr/>
            <p:nvPr/>
          </p:nvSpPr>
          <p:spPr bwMode="auto">
            <a:xfrm flipH="1">
              <a:off x="4715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54" name="Google Shape;2862;p38"/>
            <p:cNvSpPr/>
            <p:nvPr/>
          </p:nvSpPr>
          <p:spPr bwMode="auto">
            <a:xfrm flipH="1">
              <a:off x="456912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55" name="Google Shape;2863;p38"/>
            <p:cNvSpPr/>
            <p:nvPr/>
          </p:nvSpPr>
          <p:spPr bwMode="auto">
            <a:xfrm flipH="1">
              <a:off x="442296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56" name="Google Shape;2864;p38"/>
            <p:cNvSpPr/>
            <p:nvPr/>
          </p:nvSpPr>
          <p:spPr bwMode="auto">
            <a:xfrm flipH="1">
              <a:off x="427644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57" name="Google Shape;2865;p38"/>
            <p:cNvSpPr/>
            <p:nvPr/>
          </p:nvSpPr>
          <p:spPr bwMode="auto">
            <a:xfrm flipH="1">
              <a:off x="4130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861640334" name="Google Shape;2881;p38"/>
          <p:cNvGrpSpPr/>
          <p:nvPr/>
        </p:nvGrpSpPr>
        <p:grpSpPr bwMode="auto">
          <a:xfrm>
            <a:off x="7595280" y="4215600"/>
            <a:ext cx="552600" cy="98640"/>
            <a:chOff x="7595280" y="4215600"/>
            <a:chExt cx="552600" cy="98640"/>
          </a:xfrm>
        </p:grpSpPr>
        <p:sp>
          <p:nvSpPr>
            <p:cNvPr id="2974" name="Google Shape;2882;p38"/>
            <p:cNvSpPr/>
            <p:nvPr/>
          </p:nvSpPr>
          <p:spPr bwMode="auto">
            <a:xfrm rot="5400000">
              <a:off x="8049240" y="42156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 stroke="1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75" name="Google Shape;2883;p38"/>
            <p:cNvSpPr/>
            <p:nvPr/>
          </p:nvSpPr>
          <p:spPr bwMode="auto">
            <a:xfrm rot="5400000">
              <a:off x="8075880" y="42426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 fill="norm" stroke="1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76" name="Google Shape;2884;p38"/>
            <p:cNvSpPr/>
            <p:nvPr/>
          </p:nvSpPr>
          <p:spPr bwMode="auto">
            <a:xfrm rot="5400000">
              <a:off x="7595280" y="421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 stroke="1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77" name="Google Shape;2885;p38"/>
            <p:cNvSpPr/>
            <p:nvPr/>
          </p:nvSpPr>
          <p:spPr bwMode="auto">
            <a:xfrm rot="5400000">
              <a:off x="7619400" y="4242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 fill="norm" stroke="1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78" name="Google Shape;2886;p38"/>
            <p:cNvSpPr/>
            <p:nvPr/>
          </p:nvSpPr>
          <p:spPr bwMode="auto">
            <a:xfrm rot="5400000">
              <a:off x="7871400" y="40798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 stroke="1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262434" name="Google Shape;4528;p69"/>
          <p:cNvSpPr/>
          <p:nvPr/>
        </p:nvSpPr>
        <p:spPr bwMode="auto">
          <a:xfrm>
            <a:off x="5474880" y="1307160"/>
            <a:ext cx="2727360" cy="2729880"/>
          </a:xfrm>
          <a:prstGeom prst="ellipse">
            <a:avLst/>
          </a:prstGeom>
          <a:blipFill>
            <a:blip r:embed="rId3"/>
            <a:stretch/>
          </a:blipFill>
          <a:ln w="0">
            <a:noFill/>
          </a:ln>
          <a:effectLst>
            <a:outerShdw blurRad="657360" algn="bl" rotWithShape="0">
              <a:schemeClr val="accent2">
                <a:alpha val="40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618075213" name="PlaceHolder 1"/>
          <p:cNvSpPr>
            <a:spLocks noGrp="1"/>
          </p:cNvSpPr>
          <p:nvPr>
            <p:ph type="title"/>
          </p:nvPr>
        </p:nvSpPr>
        <p:spPr bwMode="auto">
          <a:xfrm>
            <a:off x="866879" y="1039947"/>
            <a:ext cx="4466880" cy="1142640"/>
          </a:xfrm>
          <a:prstGeom prst="rect">
            <a:avLst/>
          </a:prstGeom>
          <a:noFill/>
          <a:ln w="0">
            <a:noFill/>
          </a:ln>
          <a:effectLst>
            <a:outerShdw blurRad="85680" dist="0" dir="0" rotWithShape="0">
              <a:srgbClr val="8FFFFF">
                <a:alpha val="40000"/>
              </a:srgbClr>
            </a:outerShdw>
          </a:effectLst>
        </p:spPr>
        <p:txBody>
          <a:bodyPr vertOverflow="overflow" horzOverflow="overflow" vert="horz" wrap="square" lIns="91440" tIns="91440" rIns="91440" bIns="91440" numCol="1" spcCol="0" rtlCol="0" fromWordArt="0" anchor="b" anchorCtr="0" forceAA="0" upright="0" compatLnSpc="0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MX" sz="3200" b="1" u="none" strike="noStrike">
                <a:solidFill>
                  <a:schemeClr val="bg1"/>
                </a:solidFill>
                <a:latin typeface="Exo"/>
                <a:ea typeface="Exo"/>
              </a:rPr>
              <a:t>Recomendaciones y Trabajos Futuros</a:t>
            </a:r>
            <a:endParaRPr sz="3200" b="0" u="none" strike="noStrike">
              <a:solidFill>
                <a:schemeClr val="bg1"/>
              </a:solidFill>
              <a:latin typeface="Arial"/>
            </a:endParaRPr>
          </a:p>
        </p:txBody>
      </p:sp>
      <p:sp>
        <p:nvSpPr>
          <p:cNvPr id="1024499098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866878" y="2375348"/>
            <a:ext cx="4466880" cy="15874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marL="217793" indent="-217793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85000"/>
                  </a:schemeClr>
                </a:solidFill>
                <a:latin typeface="Times New Roman"/>
                <a:ea typeface="Times New Roman"/>
                <a:cs typeface="Times New Roman"/>
              </a:rPr>
              <a:t>Implementar una base de datos.</a:t>
            </a:r>
            <a:endParaRPr sz="1200">
              <a:solidFill>
                <a:schemeClr val="accent6">
                  <a:lumMod val="85000"/>
                </a:schemeClr>
              </a:solidFill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85000"/>
                  </a:schemeClr>
                </a:solidFill>
                <a:latin typeface="Times New Roman"/>
                <a:ea typeface="Times New Roman"/>
                <a:cs typeface="Times New Roman"/>
              </a:rPr>
              <a:t>Cifrar contraseñas.</a:t>
            </a:r>
            <a:endParaRPr sz="1200">
              <a:solidFill>
                <a:schemeClr val="accent6">
                  <a:lumMod val="85000"/>
                </a:schemeClr>
              </a:solidFill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85000"/>
                  </a:schemeClr>
                </a:solidFill>
                <a:latin typeface="Times New Roman"/>
                <a:ea typeface="Times New Roman"/>
                <a:cs typeface="Times New Roman"/>
              </a:rPr>
              <a:t>Mejorar la interfaz gráfica.</a:t>
            </a:r>
            <a:endParaRPr sz="1200">
              <a:solidFill>
                <a:schemeClr val="accent6">
                  <a:lumMod val="85000"/>
                </a:schemeClr>
              </a:solidFill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85000"/>
                  </a:schemeClr>
                </a:solidFill>
                <a:latin typeface="Times New Roman"/>
                <a:ea typeface="Times New Roman"/>
                <a:cs typeface="Times New Roman"/>
              </a:rPr>
              <a:t>Agregar roles de usuario.</a:t>
            </a:r>
            <a:endParaRPr sz="1200">
              <a:solidFill>
                <a:schemeClr val="accent6">
                  <a:lumMod val="85000"/>
                </a:schemeClr>
              </a:solidFill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600" b="0" i="0" u="none">
                <a:solidFill>
                  <a:schemeClr val="accent6">
                    <a:lumMod val="85000"/>
                  </a:schemeClr>
                </a:solidFill>
                <a:latin typeface="Times New Roman"/>
                <a:ea typeface="Times New Roman"/>
                <a:cs typeface="Times New Roman"/>
              </a:rPr>
              <a:t>Incluir préstamos y devoluciones de libros.</a:t>
            </a:r>
            <a:endParaRPr sz="1200">
              <a:solidFill>
                <a:schemeClr val="accent6">
                  <a:lumMod val="85000"/>
                </a:schemeClr>
              </a:solidFill>
            </a:endParaRPr>
          </a:p>
        </p:txBody>
      </p:sp>
      <p:grpSp>
        <p:nvGrpSpPr>
          <p:cNvPr id="1046390382" name="Google Shape;4532;p69"/>
          <p:cNvGrpSpPr/>
          <p:nvPr/>
        </p:nvGrpSpPr>
        <p:grpSpPr bwMode="auto">
          <a:xfrm>
            <a:off x="7766280" y="3306960"/>
            <a:ext cx="241560" cy="882720"/>
            <a:chOff x="7766280" y="3306960"/>
            <a:chExt cx="241560" cy="882720"/>
          </a:xfrm>
        </p:grpSpPr>
        <p:sp>
          <p:nvSpPr>
            <p:cNvPr id="3007" name="Google Shape;4533;p69"/>
            <p:cNvSpPr/>
            <p:nvPr/>
          </p:nvSpPr>
          <p:spPr bwMode="auto">
            <a:xfrm rot="16199998">
              <a:off x="7810920" y="39927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 fill="norm" stroke="1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08" name="Google Shape;4534;p69"/>
            <p:cNvSpPr/>
            <p:nvPr/>
          </p:nvSpPr>
          <p:spPr bwMode="auto">
            <a:xfrm rot="16199998">
              <a:off x="7811640" y="3845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09" name="Google Shape;4535;p69"/>
            <p:cNvSpPr/>
            <p:nvPr/>
          </p:nvSpPr>
          <p:spPr bwMode="auto">
            <a:xfrm rot="16199998">
              <a:off x="7811640" y="369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10" name="Google Shape;4536;p69"/>
            <p:cNvSpPr/>
            <p:nvPr/>
          </p:nvSpPr>
          <p:spPr bwMode="auto">
            <a:xfrm rot="16199998">
              <a:off x="7811640" y="355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11" name="Google Shape;4537;p69"/>
            <p:cNvSpPr/>
            <p:nvPr/>
          </p:nvSpPr>
          <p:spPr bwMode="auto">
            <a:xfrm rot="16199998">
              <a:off x="7811640" y="3407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12" name="Google Shape;4538;p69"/>
            <p:cNvSpPr/>
            <p:nvPr/>
          </p:nvSpPr>
          <p:spPr bwMode="auto">
            <a:xfrm rot="16199998">
              <a:off x="7811640" y="32612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 fill="norm" stroke="1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sz="1800" b="0" u="none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300543" name="PlaceHolder 1"/>
          <p:cNvSpPr>
            <a:spLocks noGrp="1"/>
          </p:cNvSpPr>
          <p:nvPr>
            <p:ph type="title"/>
          </p:nvPr>
        </p:nvSpPr>
        <p:spPr bwMode="auto">
          <a:xfrm>
            <a:off x="2241713" y="1767800"/>
            <a:ext cx="4466880" cy="1142640"/>
          </a:xfrm>
          <a:prstGeom prst="rect">
            <a:avLst/>
          </a:prstGeom>
          <a:noFill/>
          <a:ln w="0">
            <a:noFill/>
          </a:ln>
          <a:effectLst>
            <a:outerShdw blurRad="85680" dist="0" dir="0" rotWithShape="0">
              <a:srgbClr val="8FFFFF">
                <a:alpha val="40000"/>
              </a:srgbClr>
            </a:outerShdw>
          </a:effectLst>
        </p:spPr>
        <p:txBody>
          <a:bodyPr vertOverflow="overflow" horzOverflow="overflow" vert="horz" wrap="square" lIns="91440" tIns="91440" rIns="91440" bIns="91440" numCol="1" spcCol="0" rtlCol="0" fromWordArt="0" anchor="b" anchorCtr="0" forceAA="0" upright="0" compatLnSpc="0">
            <a:normAutofit fontScale="90000" lnSpcReduction="2000"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MX" sz="8000" b="1" u="none" strike="noStrike">
                <a:solidFill>
                  <a:schemeClr val="bg1"/>
                </a:solidFill>
                <a:latin typeface="Exo"/>
                <a:ea typeface="Exo"/>
              </a:rPr>
              <a:t>G</a:t>
            </a:r>
            <a:r>
              <a:rPr lang="es-MX" sz="8000" b="1" u="none" strike="noStrike">
                <a:solidFill>
                  <a:schemeClr val="accent2"/>
                </a:solidFill>
                <a:latin typeface="Exo"/>
                <a:ea typeface="Exo"/>
              </a:rPr>
              <a:t>R</a:t>
            </a:r>
            <a:r>
              <a:rPr lang="es-MX" sz="8000" b="1" u="none" strike="noStrike">
                <a:solidFill>
                  <a:schemeClr val="bg1"/>
                </a:solidFill>
                <a:latin typeface="Exo"/>
                <a:ea typeface="Exo"/>
              </a:rPr>
              <a:t>A</a:t>
            </a:r>
            <a:r>
              <a:rPr lang="es-MX" sz="8000" b="1" u="none" strike="noStrike">
                <a:solidFill>
                  <a:schemeClr val="accent2"/>
                </a:solidFill>
                <a:latin typeface="Exo"/>
                <a:ea typeface="Exo"/>
              </a:rPr>
              <a:t>C</a:t>
            </a:r>
            <a:r>
              <a:rPr lang="es-MX" sz="8000" b="1" u="none" strike="noStrike">
                <a:solidFill>
                  <a:schemeClr val="bg1"/>
                </a:solidFill>
                <a:latin typeface="Exo"/>
                <a:ea typeface="Exo"/>
              </a:rPr>
              <a:t>I</a:t>
            </a:r>
            <a:r>
              <a:rPr lang="es-MX" sz="8000" b="1" u="none" strike="noStrike">
                <a:solidFill>
                  <a:schemeClr val="accent2"/>
                </a:solidFill>
                <a:latin typeface="Exo"/>
                <a:ea typeface="Exo"/>
              </a:rPr>
              <a:t>A</a:t>
            </a:r>
            <a:r>
              <a:rPr lang="es-MX" sz="8000" b="1" u="none" strike="noStrike">
                <a:solidFill>
                  <a:schemeClr val="bg1"/>
                </a:solidFill>
                <a:latin typeface="Exo"/>
                <a:ea typeface="Exo"/>
              </a:rPr>
              <a:t>S</a:t>
            </a:r>
            <a:endParaRPr sz="7200" b="0" u="none" strike="noStrike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_rels/theme5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ONLYOFFICE/9.2.0.100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Theme 1</vt:lpstr>
      <vt:lpstr>Theme 2</vt:lpstr>
      <vt:lpstr>Theme 3</vt:lpstr>
      <vt:lpstr>Theme 4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Microsoft Corporation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dc:description/>
  <dc:language>en-US</dc:language>
  <cp:lastModifiedBy/>
  <cp:revision>3</cp:revision>
  <dcterms:created xsi:type="dcterms:W3CDTF">2026-01-25T16:06:40Z</dcterms:created>
  <dcterms:modified xsi:type="dcterms:W3CDTF">2026-01-27T01:51:27Z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12.000000</vt:r8>
  </property>
</Properties>
</file>